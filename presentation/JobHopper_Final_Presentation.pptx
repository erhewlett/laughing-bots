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[0:00 - 0:15]   SPEAKER 1</a:t>
            </a:r>
          </a:p>
          <a:p/>
          <a:p>
            <a:r>
              <a:t>Hi, we're the Laughing Bots - Rose, Elijah, Angel and Terrell. This is JobHopper:</a:t>
            </a:r>
          </a:p>
          <a:p>
            <a:r>
              <a:t>it reads real job postings, shows you which skills those postings are actually</a:t>
            </a:r>
          </a:p>
          <a:p>
            <a:r>
              <a:t>asking for, and lets you quiz yourself on any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[0:15 - 1:00]   SPEAKER 1</a:t>
            </a:r>
          </a:p>
          <a:p/>
          <a:p>
            <a:r>
              <a:t>The problem isn't that this information is secret - job postings are public.</a:t>
            </a:r>
          </a:p>
          <a:p>
            <a:r>
              <a:t>It's volume. Search one title and you get forty postings, each with its own wall</a:t>
            </a:r>
          </a:p>
          <a:p>
            <a:r>
              <a:t>of requirements. The signal is which tools keep repeating, and nobody reads</a:t>
            </a:r>
          </a:p>
          <a:p>
            <a:r>
              <a:t>forty postings to find it. So people guess at what to learn next.</a:t>
            </a:r>
          </a:p>
          <a:p/>
          <a:p>
            <a:r>
              <a:t>So our goal was this: analyse the job postings for a target role, identify the</a:t>
            </a:r>
          </a:p>
          <a:p>
            <a:r>
              <a:t>most in-demand skills, and show them as a word cloud - then help people actually</a:t>
            </a:r>
          </a:p>
          <a:p>
            <a:r>
              <a:t>build those skills through interactive Q&amp;A games.</a:t>
            </a:r>
          </a:p>
          <a:p/>
          <a:p>
            <a:r>
              <a:t>That second half is what we care about. Every skill in the picture is clickable.</a:t>
            </a:r>
          </a:p>
          <a:p>
            <a:r>
              <a:t>Click Python, and you're in a timed quiz on Python. It doesn't just tell you</a:t>
            </a:r>
          </a:p>
          <a:p>
            <a:r>
              <a:t>what to learn - it gives you somewhere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[1:00 - 1:50]   SPEAKER 2</a:t>
            </a:r>
          </a:p>
          <a:p/>
          <a:p>
            <a:r>
              <a:t>These are our functional requirements, written the way we specified them. I</a:t>
            </a:r>
          </a:p>
          <a:p>
            <a:r>
              <a:t>won't read them all - two things to point at.</a:t>
            </a:r>
          </a:p>
          <a:p/>
          <a:p>
            <a:r>
              <a:t>In registration and login, it's the last pair: showing you your most recent game</a:t>
            </a:r>
          </a:p>
          <a:p>
            <a:r>
              <a:t>score, and your three most recent searches. Those are the requirements that</a:t>
            </a:r>
          </a:p>
          <a:p>
            <a:r>
              <a:t>forced everything to be stored against a real account rather than sitting in the</a:t>
            </a:r>
          </a:p>
          <a:p>
            <a:r>
              <a:t>browser.</a:t>
            </a:r>
          </a:p>
          <a:p/>
          <a:p>
            <a:r>
              <a:t>And in word cloud creation, it's the last line. The size of each word is based</a:t>
            </a:r>
          </a:p>
          <a:p>
            <a:r>
              <a:t>on how often that skill appears across the postings we pulled. Size equals</a:t>
            </a:r>
          </a:p>
          <a:p>
            <a:r>
              <a:t>frequency - a count, not an opinion. That one sentence is the whole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[1:50 - 2:40]   SPEAKER 2</a:t>
            </a:r>
          </a:p>
          <a:p/>
          <a:p>
            <a:r>
              <a:t>Job scraping is two requirements. Count how often each keyword appears - and</a:t>
            </a:r>
          </a:p>
          <a:p>
            <a:r>
              <a:t>display an error when there isn't enough job information to build a cloud. A</a:t>
            </a:r>
          </a:p>
          <a:p>
            <a:r>
              <a:t>thin, misleading picture is worse than saying we can't build one, so we made</a:t>
            </a:r>
          </a:p>
          <a:p>
            <a:r>
              <a:t>that a requirement rather than an edge case.</a:t>
            </a:r>
          </a:p>
          <a:p/>
          <a:p>
            <a:r>
              <a:t>The Q&amp;A game block is the exact path you'll see in the demo: click any word, get</a:t>
            </a:r>
          </a:p>
          <a:p>
            <a:r>
              <a:t>sent to that word's game, get questions matching the keyword and difficulty you</a:t>
            </a:r>
          </a:p>
          <a:p>
            <a:r>
              <a:t>chose, on a timer, with your score at the end.</a:t>
            </a:r>
          </a:p>
          <a:p/>
          <a:p>
            <a:r>
              <a:t>One thing that isn't on the slide - every answer is locked in on the server</a:t>
            </a:r>
          </a:p>
          <a:p>
            <a:r>
              <a:t>before you're told whether it was right, so the running score and the final</a:t>
            </a:r>
          </a:p>
          <a:p>
            <a:r>
              <a:t>score can never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[2:40 - 3:30]   SPEAKER 2</a:t>
            </a:r>
          </a:p>
          <a:p/>
          <a:p>
            <a:r>
              <a:t>Non-functional requirements - not features, but the app is wrong without them.</a:t>
            </a:r>
          </a:p>
          <a:p/>
          <a:p>
            <a:r>
              <a:t>The top row is what we committed to in our spec: the cloud back within ten</a:t>
            </a:r>
          </a:p>
          <a:p>
            <a:r>
              <a:t>seconds, the game open within ten and scored within seven, and all user input</a:t>
            </a:r>
          </a:p>
          <a:p>
            <a:r>
              <a:t>validated and sanitised against injection. We get that last one structurally -</a:t>
            </a:r>
          </a:p>
          <a:p>
            <a:r>
              <a:t>every query goes through the ORM, parameterised, never built by string.</a:t>
            </a:r>
          </a:p>
          <a:p/>
          <a:p>
            <a:r>
              <a:t>The bottom row we held ourselves to as we built. Passwords bcrypt-hashed and</a:t>
            </a:r>
          </a:p>
          <a:p>
            <a:r>
              <a:t>never returned, and a failed login gives the same generic message whether the</a:t>
            </a:r>
          </a:p>
          <a:p>
            <a:r>
              <a:t>account exists or not. The server decides every score, never the browser. And</a:t>
            </a:r>
          </a:p>
          <a:p>
            <a:r>
              <a:t>237 tests, with nothing merging until both suites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[3:45 - 4:40]   SPEAKER 3</a:t>
            </a:r>
          </a:p>
          <a:p/>
          <a:p>
            <a:r>
              <a:t>The whole system on one page.</a:t>
            </a:r>
          </a:p>
          <a:p/>
          <a:p>
            <a:r>
              <a:t>Top: the browser. Eleven HTML pages, Bootstrap for the grid, Sass compiled to one</a:t>
            </a:r>
          </a:p>
          <a:p>
            <a:r>
              <a:t>stylesheet, plain JavaScript modules. No framework, no build step.</a:t>
            </a:r>
          </a:p>
          <a:p/>
          <a:p>
            <a:r>
              <a:t>The browser talks to exactly one thing - our API. JSON over HTTP, and anything</a:t>
            </a:r>
          </a:p>
          <a:p>
            <a:r>
              <a:t>tied to an account carries a signed token.</a:t>
            </a:r>
          </a:p>
          <a:p/>
          <a:p>
            <a:r>
              <a:t>The middle band is where every rule lives: FastAPI, sixteen endpoints across six</a:t>
            </a:r>
          </a:p>
          <a:p>
            <a:r>
              <a:t>routers, Pydantic validating every request and response. Underneath sit the</a:t>
            </a:r>
          </a:p>
          <a:p>
            <a:r>
              <a:t>services - hashing and tokens, skill extraction, and the ingest that keeps our</a:t>
            </a:r>
          </a:p>
          <a:p>
            <a:r>
              <a:t>data current. On the right, note that our postings are real, pulled from a live</a:t>
            </a:r>
          </a:p>
          <a:p>
            <a:r>
              <a:t>job-search API.</a:t>
            </a:r>
          </a:p>
          <a:p/>
          <a:p>
            <a:r>
              <a:t>The bottom is one SQLite file, reached only through SQLAlchemy.</a:t>
            </a:r>
          </a:p>
          <a:p/>
          <a:p>
            <a:r>
              <a:t>That line along the bottom is the rule that shaped everything: the browser never</a:t>
            </a:r>
          </a:p>
          <a:p>
            <a:r>
              <a:t>touches the database, and never decides anything it could be lied to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[4:40 - 5:35]   SPEAKER 3</a:t>
            </a:r>
          </a:p>
          <a:p/>
          <a:p>
            <a:r>
              <a:t>Why these choices.</a:t>
            </a:r>
          </a:p>
          <a:p/>
          <a:p>
            <a:r>
              <a:t>Python and FastAPI: Python is the strongest shared language on this team, and</a:t>
            </a:r>
          </a:p>
          <a:p>
            <a:r>
              <a:t>FastAPI gave us validation for free plus live API docs - so the front end could</a:t>
            </a:r>
          </a:p>
          <a:p>
            <a:r>
              <a:t>build against a written contract instead of waiting for the backend.</a:t>
            </a:r>
          </a:p>
          <a:p/>
          <a:p>
            <a:r>
              <a:t>SQLite: one file, no server to install, so four laptops and the CI runner run an</a:t>
            </a:r>
          </a:p>
          <a:p>
            <a:r>
              <a:t>identical database with zero setup. That removed a whole category of "works on</a:t>
            </a:r>
          </a:p>
          <a:p>
            <a:r>
              <a:t>my machine". And SQLAlchemy keeps every query parameterised, so we're</a:t>
            </a:r>
          </a:p>
          <a:p>
            <a:r>
              <a:t>injection-safe by construction.</a:t>
            </a:r>
          </a:p>
          <a:p/>
          <a:p>
            <a:r>
              <a:t>On the front end - Figma first. We designed every screen before anyone built it,</a:t>
            </a:r>
          </a:p>
          <a:p>
            <a:r>
              <a:t>which kept four people from producing four different-looking pages. Bootstrap's</a:t>
            </a:r>
          </a:p>
          <a:p>
            <a:r>
              <a:t>components sped the build up and gave us a responsive grid immediately, and Sass</a:t>
            </a:r>
          </a:p>
          <a:p>
            <a:r>
              <a:t>let us generate custom CSS from one shared palette across eleven pages.</a:t>
            </a:r>
          </a:p>
          <a:p/>
          <a:p>
            <a:r>
              <a:t>And GitHub Actions - the cheapest way to stop four people breaking each other's</a:t>
            </a:r>
          </a:p>
          <a:p>
            <a:r>
              <a:t>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[5:50 - 6:30]   SPEAKER 4</a:t>
            </a:r>
          </a:p>
          <a:p/>
          <a:p>
            <a:r>
              <a:t>Before the full diagram, the shape of it. Fourteen tables in three groups.</a:t>
            </a:r>
          </a:p>
          <a:p/>
          <a:p>
            <a:r>
              <a:t>Left: the job-market data - roles, postings, skills, and the junctions between</a:t>
            </a:r>
          </a:p>
          <a:p>
            <a:r>
              <a:t>them. That's where a cloud comes from. Middle: identity and activity. Right: the</a:t>
            </a:r>
          </a:p>
          <a:p>
            <a:r>
              <a:t>quiz engine.</a:t>
            </a:r>
          </a:p>
          <a:p/>
          <a:p>
            <a:r>
              <a:t>What makes this one system rather than three is two shared tables. Skills is</a:t>
            </a:r>
          </a:p>
          <a:p>
            <a:r>
              <a:t>shared left to right - the same row that sizes a word in the cloud owns that</a:t>
            </a:r>
          </a:p>
          <a:p>
            <a:r>
              <a:t>word's question bank, which is why clicking a word can start a quiz. And users</a:t>
            </a:r>
          </a:p>
          <a:p>
            <a:r>
              <a:t>ties everything on the right to one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[6:15 - 7:35]   SPEAKER 4   -   Trace each table with the cursor as you name it.</a:t>
            </a:r>
          </a:p>
          <a:p/>
          <a:p>
            <a:r>
              <a:t>Let me trace the one path that touches most of it.</a:t>
            </a:r>
          </a:p>
          <a:p/>
          <a:p>
            <a:r>
              <a:t>Start at ROLES. One role has many JOB_POSTINGS - title, company, location, salary</a:t>
            </a:r>
          </a:p>
          <a:p>
            <a:r>
              <a:t>range, date posted.</a:t>
            </a:r>
          </a:p>
          <a:p/>
          <a:p>
            <a:r>
              <a:t>Now the interesting part. A posting mentions many skills, and a skill appears in</a:t>
            </a:r>
          </a:p>
          <a:p>
            <a:r>
              <a:t>many postings. That's many-to-many, which a relational database can't store</a:t>
            </a:r>
          </a:p>
          <a:p>
            <a:r>
              <a:t>directly - so JOB_SKILLS resolves it. Its primary key is the pair, job plus</a:t>
            </a:r>
          </a:p>
          <a:p>
            <a:r>
              <a:t>skill, and that's what guarantees one posting can only count once toward any</a:t>
            </a:r>
          </a:p>
          <a:p>
            <a:r>
              <a:t>given skill.</a:t>
            </a:r>
          </a:p>
          <a:p/>
          <a:p>
            <a:r>
              <a:t>So the word cloud is one query: take the postings for this role inside the date</a:t>
            </a:r>
          </a:p>
          <a:p>
            <a:r>
              <a:t>window, join through job_skills, count distinct postings per skill, sort</a:t>
            </a:r>
          </a:p>
          <a:p>
            <a:r>
              <a:t>descending. That count is the word size.</a:t>
            </a:r>
          </a:p>
          <a:p/>
          <a:p>
            <a:r>
              <a:t>Follow SKILLS right and it becomes the quiz. One skill has many QUESTIONS split</a:t>
            </a:r>
          </a:p>
          <a:p>
            <a:r>
              <a:t>by difficulty; each has its ANSWER_OPTIONS, one flagged correct - and that flag</a:t>
            </a:r>
          </a:p>
          <a:p>
            <a:r>
              <a:t>never leaves the server.</a:t>
            </a:r>
          </a:p>
          <a:p/>
          <a:p>
            <a:r>
              <a:t>Starting a quiz creates a QUIZ_SESSION recording which questions went out and</a:t>
            </a:r>
          </a:p>
          <a:p>
            <a:r>
              <a:t>what you picked - that is what makes live scoring trustworthy, and what stops a</a:t>
            </a:r>
          </a:p>
          <a:p>
            <a:r>
              <a:t>finished quiz being replayed. Submitting lands the result in GAME_ATTEMPTS.</a:t>
            </a:r>
          </a:p>
          <a:p/>
          <a:p>
            <a:r>
              <a:t>And down the middle, USERS - every search and every attempt hangs off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[7:55 - 8:30]   SPEAKER 1   -   sets up the demo</a:t>
            </a:r>
          </a:p>
          <a:p/>
          <a:p>
            <a:r>
              <a:t>One note before the demo, because it shapes what you'll see.</a:t>
            </a:r>
          </a:p>
          <a:p/>
          <a:p>
            <a:r>
              <a:t>JobHopper has two roles, and the difference is whether the request carries a</a:t>
            </a:r>
          </a:p>
          <a:p>
            <a:r>
              <a:t>valid token. A visitor can read the public pages and register - nothing else. A</a:t>
            </a:r>
          </a:p>
          <a:p>
            <a:r>
              <a:t>signed-in user gets word clouds, quizzes that save their result, and a profile.</a:t>
            </a:r>
          </a:p>
          <a:p/>
          <a:p>
            <a:r>
              <a:t>And there's deliberately no admin role. Postings come in through the ingest</a:t>
            </a:r>
          </a:p>
          <a:p>
            <a:r>
              <a:t>pipeline and questions load from a fixture, so there was never a job an admin</a:t>
            </a:r>
          </a:p>
          <a:p>
            <a:r>
              <a:t>would log in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[8:00 – 9:00]   SPEAKER 3   —   LIVE DEMO. Screen share on.</a:t>
            </a:r>
          </a:p>
          <a:p/>
          <a:p>
            <a:r>
              <a:t>Runbook: presentation/DEMO_RUNBOOK.md, Part 1.</a:t>
            </a:r>
          </a:p>
          <a:p/>
          <a:p>
            <a:r>
              <a:t>1. Home page. Point out the nav — rules, stack, creators. All public.</a:t>
            </a:r>
          </a:p>
          <a:p>
            <a:r>
              <a:t>2. Game rules page briefly: three difficulties, three timers.</a:t>
            </a:r>
          </a:p>
          <a:p>
            <a:r>
              <a:t>3. Try to hit the word cloud page while signed out. It bounces you to sign-in.</a:t>
            </a:r>
          </a:p>
          <a:p>
            <a:r>
              <a:t>   Say out loud: "and it isn't just the page hiding a button — the API refuses</a:t>
            </a:r>
          </a:p>
          <a:p>
            <a:r>
              <a:t>   that request too."</a:t>
            </a:r>
          </a:p>
          <a:p>
            <a:r>
              <a:t>4. Register a new account live. Show the inline validation — type a 3-character</a:t>
            </a:r>
          </a:p>
          <a:p>
            <a:r>
              <a:t>   username so the message appears, then fix it. The registration form also</a:t>
            </a:r>
          </a:p>
          <a:p>
            <a:r>
              <a:t>   collects the first word-cloud search, so fill that in as you go.</a:t>
            </a:r>
          </a:p>
          <a:p>
            <a:r>
              <a:t>5. Submitting lands you signed in, on your first word cloud. Hand over.</a:t>
            </a:r>
          </a:p>
          <a:p/>
          <a:p>
            <a:r>
              <a:t>If registration fails live, fall back to the pre-made account in the runbook and</a:t>
            </a:r>
          </a:p>
          <a:p>
            <a:r>
              <a:t>say so plainly. Do not debug on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[9:00 – 11:00]   SPEAKER 3 and SPEAKER 4   —   LIVE DEMO. The main event.</a:t>
            </a:r>
          </a:p>
          <a:p/>
          <a:p>
            <a:r>
              <a:t>Runbook: presentation/DEMO_RUNBOOK.md, Part 2.</a:t>
            </a:r>
          </a:p>
          <a:p/>
          <a:p>
            <a:r>
              <a:t>1. You are already on the cloud that registration generated. Read it out: name</a:t>
            </a:r>
          </a:p>
          <a:p>
            <a:r>
              <a:t>   the two or three biggest words. Say what the sizing means: "the big words are</a:t>
            </a:r>
          </a:p>
          <a:p>
            <a:r>
              <a:t>   in the most postings — that's a count, not an opinion."</a:t>
            </a:r>
          </a:p>
          <a:p>
            <a:r>
              <a:t>2. Optional, if you have the time: profile → Generate New Word Cloud → change the</a:t>
            </a:r>
          </a:p>
          <a:p>
            <a:r>
              <a:t>   role and the shape, and show a second cloud coming back different.</a:t>
            </a:r>
          </a:p>
          <a:p>
            <a:r>
              <a:t>3. Click a big skill. Difficulty screen. Pick Medium — 2:00 is long enough to show</a:t>
            </a:r>
          </a:p>
          <a:p>
            <a:r>
              <a:t>   and short enough to stay inside our slot.</a:t>
            </a:r>
          </a:p>
          <a:p>
            <a:r>
              <a:t>4. Play three or four questions. Deliberately get one wrong so the live feedback</a:t>
            </a:r>
          </a:p>
          <a:p>
            <a:r>
              <a:t>   and the score behaviour are both visible. Point at the clock.</a:t>
            </a:r>
          </a:p>
          <a:p>
            <a:r>
              <a:t>5. Do NOT play all ten on camera. Jump to the profile page.</a:t>
            </a:r>
          </a:p>
          <a:p>
            <a:r>
              <a:t>6. Profile: the search you just ran is under Recent Word Clouds; the attempt you</a:t>
            </a:r>
          </a:p>
          <a:p>
            <a:r>
              <a:t>   just made is under Recent Game History. Say: "we didn't refresh anything —</a:t>
            </a:r>
          </a:p>
          <a:p>
            <a:r>
              <a:t>   that's the database answering."</a:t>
            </a:r>
          </a:p>
          <a:p>
            <a:r>
              <a:t>7. Click Search Again on a saved cloud to show it re-runs.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[11:00 – 12:00]   SPEAKER 4   —   LIVE DEMO. This is the 9-point rubric item.</a:t>
            </a:r>
          </a:p>
          <a:p/>
          <a:p>
            <a:r>
              <a:t>Runbook: presentation/DEMO_RUNBOOK.md, Part 3. Use the DB Browser for SQLite</a:t>
            </a:r>
          </a:p>
          <a:p>
            <a:r>
              <a:t>window already open on the second desktop — don't open a terminal and type</a:t>
            </a:r>
          </a:p>
          <a:p>
            <a:r>
              <a:t>commands on camera, it reads as code.</a:t>
            </a:r>
          </a:p>
          <a:p/>
          <a:p>
            <a:r>
              <a:t>1. Show the table list. Say: "fourteen tables — the same fourteen you just saw in</a:t>
            </a:r>
          </a:p>
          <a:p>
            <a:r>
              <a:t>   the ERD. The diagram isn't a drawing of what we planned, it's what's actually</a:t>
            </a:r>
          </a:p>
          <a:p>
            <a:r>
              <a:t>   in the file."</a:t>
            </a:r>
          </a:p>
          <a:p>
            <a:r>
              <a:t>2. Open SEARCHES. The row from ninety seconds ago is at the bottom — the role, the</a:t>
            </a:r>
          </a:p>
          <a:p>
            <a:r>
              <a:t>   salary, the shape, the timestamp, and a user_id pointing at the account we</a:t>
            </a:r>
          </a:p>
          <a:p>
            <a:r>
              <a:t>   registered on camera.</a:t>
            </a:r>
          </a:p>
          <a:p>
            <a:r>
              <a:t>3. Open GAME_ATTEMPTS. Same story: skill, difficulty, score, seconds taken.</a:t>
            </a:r>
          </a:p>
          <a:p>
            <a:r>
              <a:t>4. Open USERS. Show the password column. It's a bcrypt hash. Say: "we couldn't</a:t>
            </a:r>
          </a:p>
          <a:p>
            <a:r>
              <a:t>   tell you that user's password if we wanted to. We never stored it."</a:t>
            </a:r>
          </a:p>
          <a:p>
            <a:r>
              <a:t>5. Show the word-cloud counts next to the picture: same numbers.</a:t>
            </a:r>
          </a:p>
          <a:p/>
          <a:p>
            <a:r>
              <a:t>Close with: "everything you saw on screen came out of this file. Nothing on any</a:t>
            </a:r>
          </a:p>
          <a:p>
            <a:r>
              <a:t>page is hard-coded."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[11:20 - 12:10]   SPEAKER 1</a:t>
            </a:r>
          </a:p>
          <a:p/>
          <a:p>
            <a:r>
              <a:t>The honest accounting.</a:t>
            </a:r>
          </a:p>
          <a:p/>
          <a:p>
            <a:r>
              <a:t>On the left, what worked. Registration and sign-in, real postings parsed into a</a:t>
            </a:r>
          </a:p>
          <a:p>
            <a:r>
              <a:t>cloud from whatever the user asked for, the timed game with live scoring, every</a:t>
            </a:r>
          </a:p>
          <a:p>
            <a:r>
              <a:t>result saved. The question bank beat its own target - we aimed for ten per skill</a:t>
            </a:r>
          </a:p>
          <a:p>
            <a:r>
              <a:t>per difficulty and shipped fifteen, so 1,260 questions. And 237 tests on every</a:t>
            </a:r>
          </a:p>
          <a:p>
            <a:r>
              <a:t>pull request.</a:t>
            </a:r>
          </a:p>
          <a:p/>
          <a:p>
            <a:r>
              <a:t>On the right, what changed. The top two are the same story: the external API</a:t>
            </a:r>
          </a:p>
          <a:p>
            <a:r>
              <a:t>limited what we could reliably fetch, so typing any role became four supported</a:t>
            </a:r>
          </a:p>
          <a:p>
            <a:r>
              <a:t>roles, and location became a menu of places that actually have postings behind</a:t>
            </a:r>
          </a:p>
          <a:p>
            <a:r>
              <a:t>them. Both were us refusing to offer a search that comes back empty.</a:t>
            </a:r>
          </a:p>
          <a:p/>
          <a:p>
            <a:r>
              <a:t>The rest is us choosing depth over breadth - and one place where our</a:t>
            </a:r>
          </a:p>
          <a:p>
            <a:r>
              <a:t>documentation got ahead of the app, which is on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[12:30 - 13:00]   SPEAKER 1   -   close</a:t>
            </a:r>
          </a:p>
          <a:p/>
          <a:p>
            <a:r>
              <a:t>Three things next. Ship the roadmap screen - the API is already there. Widen the</a:t>
            </a:r>
          </a:p>
          <a:p>
            <a:r>
              <a:t>ingest; the pipeline isn't the limit, the skill vocabulary is. And the one we</a:t>
            </a:r>
          </a:p>
          <a:p>
            <a:r>
              <a:t>actually want: close the loop, so the skills you keep getting wrong become the</a:t>
            </a:r>
          </a:p>
          <a:p>
            <a:r>
              <a:t>ones your cloud puts in front of you.</a:t>
            </a:r>
          </a:p>
          <a:p/>
          <a:p>
            <a:r>
              <a:t>Right now the two halves of the app share a database. They should share a memory.</a:t>
            </a:r>
          </a:p>
          <a:p/>
          <a:p>
            <a:r>
              <a:t>That's JobHopper. Thank you.</a:t>
            </a:r>
          </a:p>
          <a:p/>
          <a:p>
            <a:r>
              <a:t>--- END. Target 13:00. Hard ceiling 15:00.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3F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54864" cy="6858000"/>
          </a:xfrm>
          <a:prstGeom prst="rect">
            <a:avLst/>
          </a:prstGeom>
          <a:solidFill>
            <a:srgbClr val="9A4F7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1B2430"/>
                </a:solidFill>
                <a:latin typeface="Calibri"/>
              </a:rPr>
              <a:t>JobHopper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78608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5E6B7C"/>
                </a:solidFill>
                <a:latin typeface="Calibri"/>
              </a:rPr>
              <a:t>Turning a pile of job postings into a picture of what to learn — and a way to practise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0432" y="3657600"/>
            <a:ext cx="1371600" cy="4445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98678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A6B"/>
                </a:solidFill>
                <a:latin typeface="Calibri"/>
              </a:rPr>
              <a:t>THE LAUGHING BOTS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976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2430"/>
                </a:solidFill>
                <a:latin typeface="Calibri"/>
              </a:rPr>
              <a:t>Rose Duarte   ·   Elijah Hewlett   ·   Angel Patino   ·   Terrell Whiting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64608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E6B7C"/>
                </a:solidFill>
                <a:latin typeface="Calibri"/>
              </a:rPr>
              <a:t>Final project presentation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A full-stack web application: HTML, Bootstrap and Sass on the front end; FastAPI, SQLAlchemy and SQLite behind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5C99"/>
                </a:solidFill>
                <a:latin typeface="Calibri"/>
              </a:rPr>
              <a:t>APPLICATION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874959" cy="526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Calibri"/>
              </a:rPr>
              <a:t>The information is public. Reading it is the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228"/>
            <a:ext cx="1325880" cy="44450"/>
          </a:xfrm>
          <a:prstGeom prst="rect">
            <a:avLst/>
          </a:prstGeom>
          <a:solidFill>
            <a:srgbClr val="3F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90548"/>
            <a:ext cx="5282031" cy="8831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B2430"/>
                </a:solidFill>
                <a:latin typeface="Calibri"/>
              </a:rPr>
              <a:t>Somebody trying to move up in tech opens a job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B2430"/>
                </a:solidFill>
                <a:latin typeface="Calibri"/>
              </a:rPr>
              <a:t>board and finds forty postings for the same title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B2430"/>
                </a:solidFill>
                <a:latin typeface="Calibri"/>
              </a:rPr>
              <a:t>each one a different wall of requirements.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76905"/>
            <a:ext cx="5282031" cy="1177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B2430"/>
                </a:solidFill>
                <a:latin typeface="Calibri"/>
              </a:rPr>
              <a:t>The useful signal is which tools keep coming up. That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B2430"/>
                </a:solidFill>
                <a:latin typeface="Calibri"/>
              </a:rPr>
              <a:t>signal is real, it is public, and it is completely buried.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B2430"/>
                </a:solidFill>
                <a:latin typeface="Calibri"/>
              </a:rPr>
              <a:t>Reading forty postings by hand is the thing nobody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B2430"/>
                </a:solidFill>
                <a:latin typeface="Calibri"/>
              </a:rPr>
              <a:t>actually does, so people guess at what to learn next.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1295" y="1590548"/>
            <a:ext cx="5282031" cy="2192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1295" y="1590548"/>
            <a:ext cx="50292" cy="2192528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9331" y="1755648"/>
            <a:ext cx="4829403" cy="294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What we set out to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9331" y="2151634"/>
            <a:ext cx="4829403" cy="1440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E6B7C"/>
                </a:solidFill>
                <a:latin typeface="Calibri"/>
              </a:rPr>
              <a:t>JobHopper's goal is to analyze job postings for a target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E6B7C"/>
                </a:solidFill>
                <a:latin typeface="Calibri"/>
              </a:rPr>
              <a:t>role, identify the most in-demand skills in the job market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E6B7C"/>
                </a:solidFill>
                <a:latin typeface="Calibri"/>
              </a:rPr>
              <a:t>for that role, and present those findings to the user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E6B7C"/>
                </a:solidFill>
                <a:latin typeface="Calibri"/>
              </a:rPr>
              <a:t>through a word cloud visual. Additionally, JobHopper aims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E6B7C"/>
                </a:solidFill>
                <a:latin typeface="Calibri"/>
              </a:rPr>
              <a:t>to help people build those skills through interactive Q&amp;A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E6B7C"/>
                </a:solidFill>
                <a:latin typeface="Calibri"/>
              </a:rPr>
              <a:t>games.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58817"/>
            <a:ext cx="10874959" cy="624586"/>
          </a:xfrm>
          <a:prstGeom prst="roundRect">
            <a:avLst>
              <a:gd name="adj" fmla="val 14000"/>
            </a:avLst>
          </a:prstGeom>
          <a:solidFill>
            <a:srgbClr val="1B243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4423917"/>
            <a:ext cx="10253167" cy="294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And every skill in that picture is clickable - click it and you are in a timed quiz on that exact skill.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FUNCTIONAL REQUIREMENTS  · 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874959" cy="526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Calibri"/>
              </a:rPr>
              <a:t>Accounts, and building the word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228"/>
            <a:ext cx="1325880" cy="4445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90548"/>
            <a:ext cx="5300319" cy="3370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90548"/>
            <a:ext cx="50292" cy="3370072"/>
          </a:xfrm>
          <a:prstGeom prst="rect">
            <a:avLst/>
          </a:prstGeom>
          <a:solidFill>
            <a:srgbClr val="3F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" y="1755648"/>
            <a:ext cx="4847691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Calibri"/>
              </a:rPr>
              <a:t>User registration and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" y="2167128"/>
            <a:ext cx="4847691" cy="2602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allow users to register an account using 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username and password input, with the option to include name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and email.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validate that the user's credentials are correct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before allowing them to sign in.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allow the user to see their most recent game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keyword and score after the user logs in.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allow the user to see their three most recent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job title searches after the user logs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590548"/>
            <a:ext cx="5300319" cy="3370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590548"/>
            <a:ext cx="50292" cy="337007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1043" y="1755648"/>
            <a:ext cx="4847691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Calibri"/>
              </a:rPr>
              <a:t>Word cloud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1043" y="2167128"/>
            <a:ext cx="4847691" cy="1952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allow the user to input job search parameters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including job title, location, and minimum salary.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allow the user to select word cloud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configurations such as shape and number of words.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generate a word cloud where the size of each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word is based on the frequency of tool and skill keywords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extracted from online job postings.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FUNCTIONAL REQUIREMENTS  · 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874959" cy="526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Calibri"/>
              </a:rPr>
              <a:t>Scraping the postings, and the Q&amp;A game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228"/>
            <a:ext cx="1325880" cy="4445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90548"/>
            <a:ext cx="10874959" cy="14178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90548"/>
            <a:ext cx="50292" cy="1417828"/>
          </a:xfrm>
          <a:prstGeom prst="rect">
            <a:avLst/>
          </a:prstGeom>
          <a:solidFill>
            <a:srgbClr val="9A4F7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" y="1755648"/>
            <a:ext cx="10422331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Calibri"/>
              </a:rPr>
              <a:t>Job scraping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" y="2167128"/>
            <a:ext cx="10422331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calculate the frequency of tool and skill keywords extracted from online job postings.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display an error in the event that there is not enough job information for the word cloud.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27832"/>
            <a:ext cx="10874959" cy="27193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227832"/>
            <a:ext cx="50292" cy="2719324"/>
          </a:xfrm>
          <a:prstGeom prst="rect">
            <a:avLst/>
          </a:prstGeom>
          <a:solidFill>
            <a:srgbClr val="9A4F7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" y="3392932"/>
            <a:ext cx="10422331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Calibri"/>
              </a:rPr>
              <a:t>Q&amp;A game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" y="3804412"/>
            <a:ext cx="10422331" cy="1952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allow the user to click on any word in the word cloud.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redirect the user to the respective Q&amp;A game dashboard after the user clicks on a word from the word cloud.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select Q&amp;A game questions that are related to the skill or tool keyword and the difficulty that the user selected.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keep a timer for the user's quiz completion based on the selected difficulty.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system shall display the score to the user.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4F70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874959" cy="526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Calibri"/>
              </a:rPr>
              <a:t>How well it has to do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228"/>
            <a:ext cx="10874959" cy="26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E6B7C"/>
                </a:solidFill>
                <a:latin typeface="Calibri"/>
              </a:rPr>
              <a:t>Not features - but the app is wrong without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81226"/>
            <a:ext cx="1325880" cy="44450"/>
          </a:xfrm>
          <a:prstGeom prst="rect">
            <a:avLst/>
          </a:prstGeom>
          <a:solidFill>
            <a:srgbClr val="9A4F7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55546"/>
            <a:ext cx="3442106" cy="158826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55546"/>
            <a:ext cx="50292" cy="158826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" y="2120646"/>
            <a:ext cx="2989478" cy="294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Word cloud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" y="2516632"/>
            <a:ext cx="2989478" cy="6275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The system should generate and display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the skill word cloud within 10 seconds of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the user submitting valid search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794" y="1955546"/>
            <a:ext cx="3442106" cy="158826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1955546"/>
            <a:ext cx="50292" cy="158826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2830" y="2120646"/>
            <a:ext cx="2989478" cy="294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Game responsiveness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2830" y="2516632"/>
            <a:ext cx="2989478" cy="836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The system should redirect the user to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the Q&amp;A game within 10 seconds, and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calculate their score within 7 seconds of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finishing.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1220" y="1955546"/>
            <a:ext cx="3442106" cy="158826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1955546"/>
            <a:ext cx="50292" cy="1588262"/>
          </a:xfrm>
          <a:prstGeom prst="rect">
            <a:avLst/>
          </a:prstGeom>
          <a:solidFill>
            <a:srgbClr val="3F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9256" y="2120646"/>
            <a:ext cx="2989478" cy="294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Input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9256" y="2516632"/>
            <a:ext cx="2989478" cy="836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The system should validate and sanitize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all user input to prevent injection. Every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query goes through the ORM,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parameterised - never built by string.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63264"/>
            <a:ext cx="3442106" cy="158826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63264"/>
            <a:ext cx="50292" cy="1588262"/>
          </a:xfrm>
          <a:prstGeom prst="rect">
            <a:avLst/>
          </a:prstGeom>
          <a:solidFill>
            <a:srgbClr val="3F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" y="3928364"/>
            <a:ext cx="2989478" cy="294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Credential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" y="4324350"/>
            <a:ext cx="2989478" cy="836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Passwords are bcrypt-hashed, never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stored or returned. Tokens expire in 24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hours, and a failed login gives 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generic message either way.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4794" y="3763264"/>
            <a:ext cx="3442106" cy="158826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4794" y="3763264"/>
            <a:ext cx="50292" cy="1588262"/>
          </a:xfrm>
          <a:prstGeom prst="rect">
            <a:avLst/>
          </a:prstGeom>
          <a:solidFill>
            <a:srgbClr val="9A4F7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2830" y="3928364"/>
            <a:ext cx="2989478" cy="294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Score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2830" y="4324350"/>
            <a:ext cx="2989478" cy="6275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The server decides every score, never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the browser, and a finished quiz cannot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be replayed.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1220" y="3763264"/>
            <a:ext cx="3442106" cy="158826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1220" y="3763264"/>
            <a:ext cx="50292" cy="1588262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9256" y="3928364"/>
            <a:ext cx="2989478" cy="294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Reliability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9256" y="4324350"/>
            <a:ext cx="2989478" cy="6275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237 automated tests - 209 backend, 28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front end - and nothing merges until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both suites pass.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66" y="146304"/>
            <a:ext cx="10882362" cy="6565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WHY THIS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874959" cy="526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Calibri"/>
              </a:rPr>
              <a:t>Chosen for a four-person team on a semester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228"/>
            <a:ext cx="1325880" cy="4445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90548"/>
            <a:ext cx="5300319" cy="18516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90548"/>
            <a:ext cx="50292" cy="1851659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" y="1755648"/>
            <a:ext cx="4847691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Calibri"/>
              </a:rPr>
              <a:t>Python +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" y="2167128"/>
            <a:ext cx="4847691" cy="867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Python is the strongest shared language on this team. FastAPI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gave us request and response validation for free and generated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live API docs - so the front end could build against a written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contract instead of waiting for the backend to finish.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590548"/>
            <a:ext cx="5300319" cy="18516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590548"/>
            <a:ext cx="50292" cy="1851659"/>
          </a:xfrm>
          <a:prstGeom prst="rect">
            <a:avLst/>
          </a:prstGeom>
          <a:solidFill>
            <a:srgbClr val="9A4F7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1043" y="1755648"/>
            <a:ext cx="4847691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Calibri"/>
              </a:rPr>
              <a:t>SQLite + SQLAlchemy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1043" y="2167128"/>
            <a:ext cx="4847691" cy="1084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SQLite is a single file: no database server to install, so four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laptops and the CI runner all run an identical database with zero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setup. SQLAlchemy keeps every query parameterised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injection-safe by construction - and moving to PostgreSQL later 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one connection string.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61663"/>
            <a:ext cx="5300319" cy="18516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61663"/>
            <a:ext cx="50292" cy="1851659"/>
          </a:xfrm>
          <a:prstGeom prst="rect">
            <a:avLst/>
          </a:prstGeom>
          <a:solidFill>
            <a:srgbClr val="3F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" y="3826763"/>
            <a:ext cx="4847691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Calibri"/>
              </a:rPr>
              <a:t>Figma, Bootstrap and Sass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" y="4238243"/>
            <a:ext cx="4847691" cy="1084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Figma let us agree on every screen before anyone implemented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it, and kept us coordinated once we started. Bootstrap's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components sped up the build and gave us a responsive grid 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day one. Sass let us generate custom CSS quickly, from 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shared palette across eleven pages.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661663"/>
            <a:ext cx="5300319" cy="18516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3661663"/>
            <a:ext cx="50292" cy="1851659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1043" y="3826763"/>
            <a:ext cx="4847691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Calibri"/>
              </a:rPr>
              <a:t>GitHub Actions + pytest + Jest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1043" y="4238243"/>
            <a:ext cx="4847691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cheapest way to stop four people breaking each other's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work. Both suites run on every pull request, so a regression 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caught by the robot rather than by whoever pulls next.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e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355889"/>
            <a:ext cx="11899087" cy="6146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e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921" y="146304"/>
            <a:ext cx="10055853" cy="6565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5C99"/>
                </a:solidFill>
                <a:latin typeface="Calibri"/>
              </a:rPr>
              <a:t>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874959" cy="526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Calibri"/>
              </a:rPr>
              <a:t>JobHopper has two roles — and we'll show you 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228"/>
            <a:ext cx="10874959" cy="26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E6B7C"/>
                </a:solidFill>
                <a:latin typeface="Calibri"/>
              </a:rPr>
              <a:t>What the app lets you do depends entirely on whether the request carries a valid token.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81226"/>
            <a:ext cx="1325880" cy="44450"/>
          </a:xfrm>
          <a:prstGeom prst="rect">
            <a:avLst/>
          </a:prstGeom>
          <a:solidFill>
            <a:srgbClr val="3F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55546"/>
            <a:ext cx="5300319" cy="24094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55546"/>
            <a:ext cx="50292" cy="2409444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" y="2120646"/>
            <a:ext cx="4847691" cy="325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2430"/>
                </a:solidFill>
                <a:latin typeface="Calibri"/>
              </a:rPr>
              <a:t>Visitor · not signed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" y="2547620"/>
            <a:ext cx="4847691" cy="162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Can browse the home page, the game rules, the stack page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and the creators page — and can register an account.</a:t>
            </a:r>
          </a:p>
          <a:p>
            <a:pPr algn="l">
              <a:spcBef>
                <a:spcPts val="825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Cannot generate a word cloud, and has no profile, no saved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searches and no game history. The page sends them to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sign-in — and the API refuses the request as well, so the rule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holds even if you skip the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955546"/>
            <a:ext cx="5300319" cy="24094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955546"/>
            <a:ext cx="50292" cy="2409444"/>
          </a:xfrm>
          <a:prstGeom prst="rect">
            <a:avLst/>
          </a:prstGeom>
          <a:solidFill>
            <a:srgbClr val="3F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1043" y="2120646"/>
            <a:ext cx="4847691" cy="325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2430"/>
                </a:solidFill>
                <a:latin typeface="Calibri"/>
              </a:rPr>
              <a:t>Registered user · signed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1043" y="2547620"/>
            <a:ext cx="4847691" cy="162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Everything above, plus: generate word clouds, play quizzes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with the result saved, and a profile page showing recent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searches and recent scores — each one re-runnable in 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click.</a:t>
            </a:r>
          </a:p>
          <a:p>
            <a:pPr algn="l">
              <a:spcBef>
                <a:spcPts val="825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Identity comes from a signed token, checked on the server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for every single request.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602734"/>
            <a:ext cx="10874959" cy="14488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602734"/>
            <a:ext cx="50292" cy="1448816"/>
          </a:xfrm>
          <a:prstGeom prst="rect">
            <a:avLst/>
          </a:prstGeom>
          <a:solidFill>
            <a:srgbClr val="B0742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" y="4767834"/>
            <a:ext cx="10422331" cy="294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Why there is no admin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" y="5163820"/>
            <a:ext cx="10422331" cy="697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Nothing in JobHopper is administered through a screen. Postings arrive through the ingest pipeline and the question bank is loaded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from a fixture, so there was never a task an admin would log in to do. Adding an admin login would have been a role with nothing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7C"/>
                </a:solidFill>
                <a:latin typeface="Calibri"/>
              </a:rPr>
              <a:t>behind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B6472"/>
                </a:solidFill>
                <a:latin typeface="Calibri"/>
              </a:rPr>
              <a:t>LIVE DEMO  ·  PART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74959" cy="77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B2430"/>
                </a:solidFill>
                <a:latin typeface="Calibri"/>
              </a:rPr>
              <a:t>Role 1 — the visitor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566924"/>
            <a:ext cx="1371600" cy="44450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3019044"/>
            <a:ext cx="88900" cy="88900"/>
          </a:xfrm>
          <a:prstGeom prst="roundRect">
            <a:avLst>
              <a:gd name="adj" fmla="val 50000"/>
            </a:avLst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932684"/>
            <a:ext cx="9539935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Browse the public pages — home, rules, stack, creators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3494024"/>
            <a:ext cx="88900" cy="88900"/>
          </a:xfrm>
          <a:prstGeom prst="roundRect">
            <a:avLst>
              <a:gd name="adj" fmla="val 50000"/>
            </a:avLst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407664"/>
            <a:ext cx="9539935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Try to reach a word cloud without signing in → bounced to sign-in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3969004"/>
            <a:ext cx="88900" cy="88900"/>
          </a:xfrm>
          <a:prstGeom prst="roundRect">
            <a:avLst>
              <a:gd name="adj" fmla="val 50000"/>
            </a:avLst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82644"/>
            <a:ext cx="9539935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Register a brand-new account live — the form builds your first cloud with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F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F5C99"/>
                </a:solidFill>
                <a:latin typeface="Calibri"/>
              </a:rPr>
              <a:t>LIVE DEMO  ·  PART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74959" cy="77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B2430"/>
                </a:solidFill>
                <a:latin typeface="Calibri"/>
              </a:rPr>
              <a:t>Role 2 — the registered 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566924"/>
            <a:ext cx="1371600" cy="44450"/>
          </a:xfrm>
          <a:prstGeom prst="rect">
            <a:avLst/>
          </a:prstGeom>
          <a:solidFill>
            <a:srgbClr val="3F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3019044"/>
            <a:ext cx="88900" cy="88900"/>
          </a:xfrm>
          <a:prstGeom prst="roundRect">
            <a:avLst>
              <a:gd name="adj" fmla="val 50000"/>
            </a:avLst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932684"/>
            <a:ext cx="9539935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Read the cloud we just generated — then build another from the 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3494024"/>
            <a:ext cx="88900" cy="88900"/>
          </a:xfrm>
          <a:prstGeom prst="roundRect">
            <a:avLst>
              <a:gd name="adj" fmla="val 50000"/>
            </a:avLst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407664"/>
            <a:ext cx="9539935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Click a skill → pick a difficulty → play the timed quiz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3969004"/>
            <a:ext cx="88900" cy="88900"/>
          </a:xfrm>
          <a:prstGeom prst="roundRect">
            <a:avLst>
              <a:gd name="adj" fmla="val 50000"/>
            </a:avLst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82644"/>
            <a:ext cx="9539935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Watch the live score move as each answer locks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4443984"/>
            <a:ext cx="88900" cy="88900"/>
          </a:xfrm>
          <a:prstGeom prst="roundRect">
            <a:avLst>
              <a:gd name="adj" fmla="val 50000"/>
            </a:avLst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57624"/>
            <a:ext cx="9539935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Open the profile: the search and the score are both already there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9A4F7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A4F70"/>
                </a:solidFill>
                <a:latin typeface="Calibri"/>
              </a:rPr>
              <a:t>LIVE DEMO  ·  PART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74959" cy="77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B2430"/>
                </a:solidFill>
                <a:latin typeface="Calibri"/>
              </a:rPr>
              <a:t>It really is a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566924"/>
            <a:ext cx="1371600" cy="44450"/>
          </a:xfrm>
          <a:prstGeom prst="rect">
            <a:avLst/>
          </a:prstGeom>
          <a:solidFill>
            <a:srgbClr val="9A4F7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3019044"/>
            <a:ext cx="88900" cy="88900"/>
          </a:xfrm>
          <a:prstGeom prst="roundRect">
            <a:avLst>
              <a:gd name="adj" fmla="val 50000"/>
            </a:avLst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932684"/>
            <a:ext cx="9539935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Open the database file and list the tables — the same fourteen from the ERD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3494024"/>
            <a:ext cx="88900" cy="88900"/>
          </a:xfrm>
          <a:prstGeom prst="roundRect">
            <a:avLst>
              <a:gd name="adj" fmla="val 50000"/>
            </a:avLst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407664"/>
            <a:ext cx="9539935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Show the rows we just created: the search and the game attempt, carrying our user_id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3969004"/>
            <a:ext cx="88900" cy="88900"/>
          </a:xfrm>
          <a:prstGeom prst="roundRect">
            <a:avLst>
              <a:gd name="adj" fmla="val 50000"/>
            </a:avLst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82644"/>
            <a:ext cx="9539935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Show a stored password — a bcrypt hash, not the password we typed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4443984"/>
            <a:ext cx="88900" cy="88900"/>
          </a:xfrm>
          <a:prstGeom prst="roundRect">
            <a:avLst>
              <a:gd name="adj" fmla="val 50000"/>
            </a:avLst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57624"/>
            <a:ext cx="9539935" cy="309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Calibri"/>
              </a:rPr>
              <a:t>Show the word-cloud counts matching the picture we just drew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874959" cy="526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B2430"/>
                </a:solidFill>
                <a:latin typeface="Calibri"/>
              </a:rPr>
              <a:t>How much was achieved, and what was altered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228"/>
            <a:ext cx="10874959" cy="26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E6B7C"/>
                </a:solidFill>
                <a:latin typeface="Calibri"/>
              </a:rPr>
              <a:t>We planned more than we shipped. Here is the honest accounting.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81226"/>
            <a:ext cx="1325880" cy="4445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55546"/>
            <a:ext cx="5300319" cy="38348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55546"/>
            <a:ext cx="50292" cy="3834892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" y="2120646"/>
            <a:ext cx="4847691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Calibri"/>
              </a:rPr>
              <a:t>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" y="2563114"/>
            <a:ext cx="4847691" cy="2602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▸ Users can register, sign in, and stay signed in.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▸ The app parses job postings and generates a word cloud from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the user's own search parameters.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▸ The Q&amp;A game runs on a timer with live scoring, and every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result is saved to the account.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▸ The question bank beat its target: 15 per skill per difficulty,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which is 1,260 questions across 28 skills.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▸ 237 automated tests, run on every pull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955546"/>
            <a:ext cx="5300319" cy="38348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955546"/>
            <a:ext cx="50292" cy="3834892"/>
          </a:xfrm>
          <a:prstGeom prst="rect">
            <a:avLst/>
          </a:prstGeom>
          <a:solidFill>
            <a:srgbClr val="B0742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1043" y="2120646"/>
            <a:ext cx="4847691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Calibri"/>
              </a:rPr>
              <a:t>Altered or 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1043" y="2563114"/>
            <a:ext cx="4847691" cy="30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▸ Users were originally going to type in any role. External 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limitations reduced that to 4 supported roles.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▸ Location became a dynamic menu, listing only places that have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enough postings to build a cloud from.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▸ Maximum salary was removed rather than shipped as a filter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that quietly did nothing.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▸ The prep roadmap has a finished, tested API but no screen - we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chose to finish the quiz instead.</a:t>
            </a:r>
          </a:p>
          <a:p>
            <a:pPr algn="l">
              <a:spcBef>
                <a:spcPts val="77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▸ Named ranks are on the rules page, but scoring currently ends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7C"/>
                </a:solidFill>
                <a:latin typeface="Calibri"/>
              </a:rPr>
              <a:t>at a normalised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3F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0"/>
            <a:ext cx="54864" cy="6858000"/>
          </a:xfrm>
          <a:prstGeom prst="rect">
            <a:avLst/>
          </a:prstGeom>
          <a:solidFill>
            <a:srgbClr val="9A4F7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777240"/>
            <a:ext cx="10225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A6B"/>
                </a:solidFill>
                <a:latin typeface="Calibri"/>
              </a:rPr>
              <a:t>WHERE WE'D TAKE IT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143000"/>
            <a:ext cx="325008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1143000"/>
            <a:ext cx="50292" cy="1572768"/>
          </a:xfrm>
          <a:prstGeom prst="rect">
            <a:avLst/>
          </a:prstGeom>
          <a:solidFill>
            <a:srgbClr val="3F5C99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31036" y="1308100"/>
            <a:ext cx="2797454" cy="278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430"/>
                </a:solidFill>
                <a:latin typeface="Calibri"/>
              </a:rPr>
              <a:t>Ship the roadmap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1036" y="1688592"/>
            <a:ext cx="2797454" cy="836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The API is already built and tested.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The shortest distance between where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we are and a noticeably more useful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0826" y="1143000"/>
            <a:ext cx="325008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0826" y="1143000"/>
            <a:ext cx="50292" cy="1572768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8862" y="1308100"/>
            <a:ext cx="2797454" cy="278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430"/>
                </a:solidFill>
                <a:latin typeface="Calibri"/>
              </a:rPr>
              <a:t>Widen the 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8862" y="1688592"/>
            <a:ext cx="2797454" cy="836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Four roles was enough to prove the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idea. The pipeline isn't the limit 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the vocabulary of skills we match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against 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8652" y="1143000"/>
            <a:ext cx="325008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9D2D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8652" y="1143000"/>
            <a:ext cx="50292" cy="1572768"/>
          </a:xfrm>
          <a:prstGeom prst="rect">
            <a:avLst/>
          </a:prstGeom>
          <a:solidFill>
            <a:srgbClr val="9A4F7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6688" y="1308100"/>
            <a:ext cx="2797454" cy="278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430"/>
                </a:solidFill>
                <a:latin typeface="Calibri"/>
              </a:rPr>
              <a:t>Close the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6688" y="1688592"/>
            <a:ext cx="2797454" cy="836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Feed quiz results back into the cloud,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so the skills you keep getting wrong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become the ones it puts in front of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C"/>
                </a:solidFill>
                <a:latin typeface="Calibri"/>
              </a:rPr>
              <a:t>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127248"/>
            <a:ext cx="102257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B2430"/>
                </a:solidFill>
                <a:latin typeface="Calibri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13632"/>
            <a:ext cx="9677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6B7C"/>
                </a:solidFill>
                <a:latin typeface="Calibri"/>
              </a:rPr>
              <a:t>JobHopper reads what the market is asking for, and gives you somewhere to start.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0432" y="4517136"/>
            <a:ext cx="1371600" cy="4445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818888"/>
            <a:ext cx="10225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THE LAUGHING BOTS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120640"/>
            <a:ext cx="10225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430"/>
                </a:solidFill>
                <a:latin typeface="Calibri"/>
              </a:rPr>
              <a:t>Rose Duarte   ·   Elijah Hewlett   ·   Angel Patino   ·   Terrell Whiting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JobHopper   ·   The Laughing Bots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6047" y="6400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