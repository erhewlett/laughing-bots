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  SPEAKER 1</a:t>
            </a:r>
          </a:p>
          <a:p/>
          <a:p>
            <a:r>
              <a:t>Hi, we're the Laughing Bots - Rose, Elijah, Angel and Terrell. This is JobHopper:</a:t>
            </a:r>
          </a:p>
          <a:p>
            <a:r>
              <a:t>it reads real job postings, shows you which skills those postings are actually</a:t>
            </a:r>
          </a:p>
          <a:p>
            <a:r>
              <a:t>asking for, and lets you quiz yourself on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[0:15 - 1:00]   SPEAKER 1</a:t>
            </a:r>
          </a:p>
          <a:p/>
          <a:p>
            <a:r>
              <a:t>The problem isn't that this information is secret - job postings are public. It's</a:t>
            </a:r>
          </a:p>
          <a:p>
            <a:r>
              <a:t>volume. Search one title and you get forty postings, each with its own wall of</a:t>
            </a:r>
          </a:p>
          <a:p>
            <a:r>
              <a:t>requirements. The signal is which tools keep repeating, and nobody reads forty</a:t>
            </a:r>
          </a:p>
          <a:p>
            <a:r>
              <a:t>postings to find it. So people guess at what to learn next.</a:t>
            </a:r>
          </a:p>
          <a:p/>
          <a:p>
            <a:r>
              <a:t>JobHopper does the reading. It pulls the current postings for a role, extracts</a:t>
            </a:r>
          </a:p>
          <a:p>
            <a:r>
              <a:t>the tools and skills, and sizes them by how many postings actually mention each</a:t>
            </a:r>
          </a:p>
          <a:p>
            <a:r>
              <a:t>one. The big words are what the market keeps asking for.</a:t>
            </a:r>
          </a:p>
          <a:p/>
          <a:p>
            <a:r>
              <a:t>Then it does one more thing: every skill in that picture is clickable. Click</a:t>
            </a:r>
          </a:p>
          <a:p>
            <a:r>
              <a:t>Python, and you're in a timed quiz on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[1:00 - 1:55]   SPEAKER 2</a:t>
            </a:r>
          </a:p>
          <a:p/>
          <a:p>
            <a:r>
              <a:t>These are our functional requirements - what the system has to do.</a:t>
            </a:r>
          </a:p>
          <a:p/>
          <a:p>
            <a:r>
              <a:t>FR1, accounts: register, sign in, stay signed in, sign out. Usernames four to</a:t>
            </a:r>
          </a:p>
          <a:p>
            <a:r>
              <a:t>sixteen characters, passwords eight to twenty, sessions last twenty-four hours.</a:t>
            </a:r>
          </a:p>
          <a:p/>
          <a:p>
            <a:r>
              <a:t>FR2 is the core feature. Pick a job title, optionally a location and a minimum</a:t>
            </a:r>
          </a:p>
          <a:p>
            <a:r>
              <a:t>salary, then how many keywords and a shape. What comes back is the tools and</a:t>
            </a:r>
          </a:p>
          <a:p>
            <a:r>
              <a:t>skills for that role, weighted by how many current postings mention each one.</a:t>
            </a:r>
          </a:p>
          <a:p/>
          <a:p>
            <a:r>
              <a:t>FR3, we remember it - every cloud a signed-in user generates is saved, and can be</a:t>
            </a:r>
          </a:p>
          <a:p>
            <a:r>
              <a:t>re-run in one click.</a:t>
            </a:r>
          </a:p>
          <a:p/>
          <a:p>
            <a:r>
              <a:t>FR4 is the one people forget to write down. If the filters match too little data</a:t>
            </a:r>
          </a:p>
          <a:p>
            <a:r>
              <a:t>to build an honest picture, the app says so rather than draw a misleading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[2:00 - 2:55]   SPEAKER 2</a:t>
            </a:r>
          </a:p>
          <a:p/>
          <a:p>
            <a:r>
              <a:t>The second half turns that picture into practice.</a:t>
            </a:r>
          </a:p>
          <a:p/>
          <a:p>
            <a:r>
              <a:t>FR5: any skill with a question bank behind it is clickable. Ten multiple-choice</a:t>
            </a:r>
          </a:p>
          <a:p>
            <a:r>
              <a:t>questions at easy, medium or hard, each with its own clock - three minutes, two,</a:t>
            </a:r>
          </a:p>
          <a:p>
            <a:r>
              <a:t>or a minute and a half.</a:t>
            </a:r>
          </a:p>
          <a:p/>
          <a:p>
            <a:r>
              <a:t>FR6 is the one we're most careful about. Every answer is locked in on the server</a:t>
            </a:r>
          </a:p>
          <a:p>
            <a:r>
              <a:t>the moment it's chosen, and only then are you told whether it was right. Because</a:t>
            </a:r>
          </a:p>
          <a:p>
            <a:r>
              <a:t>the choice is already committed, knowing the answer afterwards can't change it -</a:t>
            </a:r>
          </a:p>
          <a:p>
            <a:r>
              <a:t>so the running score and the final score can never disagree.</a:t>
            </a:r>
          </a:p>
          <a:p/>
          <a:p>
            <a:r>
              <a:t>FR7: completed quizzes are saved with the skill, the difficulty and the score.</a:t>
            </a:r>
          </a:p>
          <a:p/>
          <a:p>
            <a:r>
              <a:t>FR8, the prep roadmap. I'll be straight - the API is built and tested, but it</a:t>
            </a:r>
          </a:p>
          <a:p>
            <a:r>
              <a:t>never got a screen. More on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[2:50 - 3:45]   SPEAKER 2</a:t>
            </a:r>
          </a:p>
          <a:p/>
          <a:p>
            <a:r>
              <a:t>Non-functional requirements - not features, but the app is wrong without them.</a:t>
            </a:r>
          </a:p>
          <a:p/>
          <a:p>
            <a:r>
              <a:t>Security: passwords are bcrypt-hashed, never stored or returned, and a failed</a:t>
            </a:r>
          </a:p>
          <a:p>
            <a:r>
              <a:t>login gives one generic message either way - so you can't use our login form to</a:t>
            </a:r>
          </a:p>
          <a:p>
            <a:r>
              <a:t>find out who has an account.</a:t>
            </a:r>
          </a:p>
          <a:p/>
          <a:p>
            <a:r>
              <a:t>Integrity: the server decides every score, never the browser, and a finished quiz</a:t>
            </a:r>
          </a:p>
          <a:p>
            <a:r>
              <a:t>can't be replayed.</a:t>
            </a:r>
          </a:p>
          <a:p/>
          <a:p>
            <a:r>
              <a:t>Performance: the two hottest queries each run against a composite index we added</a:t>
            </a:r>
          </a:p>
          <a:p>
            <a:r>
              <a:t>deliberately for them.</a:t>
            </a:r>
          </a:p>
          <a:p/>
          <a:p>
            <a:r>
              <a:t>Reliability: 237 automated tests, and nothing merges until both suites pass.</a:t>
            </a:r>
          </a:p>
          <a:p/>
          <a:p>
            <a:r>
              <a:t>Usability: responsive, validation next to the field, and every API error in one</a:t>
            </a:r>
          </a:p>
          <a:p>
            <a:r>
              <a:t>shape.</a:t>
            </a:r>
          </a:p>
          <a:p/>
          <a:p>
            <a:r>
              <a:t>Portability: pinned versions, and the app builds its own database on first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[3:45 - 4:40]   SPEAKER 3</a:t>
            </a:r>
          </a:p>
          <a:p/>
          <a:p>
            <a:r>
              <a:t>The whole system on one page.</a:t>
            </a:r>
          </a:p>
          <a:p/>
          <a:p>
            <a:r>
              <a:t>Top: the browser. Eleven HTML pages, Bootstrap for the grid, Sass compiled to one</a:t>
            </a:r>
          </a:p>
          <a:p>
            <a:r>
              <a:t>stylesheet, plain JavaScript modules. No framework, no build step.</a:t>
            </a:r>
          </a:p>
          <a:p/>
          <a:p>
            <a:r>
              <a:t>The browser talks to exactly one thing - our API. JSON over HTTP, and anything</a:t>
            </a:r>
          </a:p>
          <a:p>
            <a:r>
              <a:t>tied to an account carries a signed token.</a:t>
            </a:r>
          </a:p>
          <a:p/>
          <a:p>
            <a:r>
              <a:t>The middle band is where every rule lives: FastAPI, sixteen endpoints across six</a:t>
            </a:r>
          </a:p>
          <a:p>
            <a:r>
              <a:t>routers, Pydantic validating every request and response. Underneath sit the</a:t>
            </a:r>
          </a:p>
          <a:p>
            <a:r>
              <a:t>services - hashing and tokens, skill extraction, and the ingest that keeps our</a:t>
            </a:r>
          </a:p>
          <a:p>
            <a:r>
              <a:t>data current. On the right, note that our postings are real, pulled from a live</a:t>
            </a:r>
          </a:p>
          <a:p>
            <a:r>
              <a:t>job-search API.</a:t>
            </a:r>
          </a:p>
          <a:p/>
          <a:p>
            <a:r>
              <a:t>The bottom is one SQLite file, reached only through SQLAlchemy.</a:t>
            </a:r>
          </a:p>
          <a:p/>
          <a:p>
            <a:r>
              <a:t>That line along the bottom is the rule that shaped everything: the browser never</a:t>
            </a:r>
          </a:p>
          <a:p>
            <a:r>
              <a:t>touches the database, and never decides anything it could be lied to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[4:40 - 5:30]   SPEAKER 3</a:t>
            </a:r>
          </a:p>
          <a:p/>
          <a:p>
            <a:r>
              <a:t>Why these choices.</a:t>
            </a:r>
          </a:p>
          <a:p/>
          <a:p>
            <a:r>
              <a:t>Python and FastAPI: Python is the strongest shared language on this team, and</a:t>
            </a:r>
          </a:p>
          <a:p>
            <a:r>
              <a:t>FastAPI gave us validation for free plus live API docs - so the front end could</a:t>
            </a:r>
          </a:p>
          <a:p>
            <a:r>
              <a:t>build against a written contract instead of waiting for the backend.</a:t>
            </a:r>
          </a:p>
          <a:p/>
          <a:p>
            <a:r>
              <a:t>SQLite: one file, no server to install, so four laptops and the CI runner run an</a:t>
            </a:r>
          </a:p>
          <a:p>
            <a:r>
              <a:t>identical database with zero setup. That removed a whole category of "works on my</a:t>
            </a:r>
          </a:p>
          <a:p>
            <a:r>
              <a:t>machine". And SQLAlchemy keeps every query parameterised, so we're injection-safe</a:t>
            </a:r>
          </a:p>
          <a:p>
            <a:r>
              <a:t>by construction.</a:t>
            </a:r>
          </a:p>
          <a:p/>
          <a:p>
            <a:r>
              <a:t>Plain JavaScript, Bootstrap and Sass: a framework would have cost us a build step</a:t>
            </a:r>
          </a:p>
          <a:p>
            <a:r>
              <a:t>and a learning curve on a semester clock.</a:t>
            </a:r>
          </a:p>
          <a:p/>
          <a:p>
            <a:r>
              <a:t>And GitHub Actions - the cheapest way to stop four people breaking each other's</a:t>
            </a:r>
          </a:p>
          <a:p>
            <a:r>
              <a:t>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[5:50 - 6:30]   SPEAKER 4</a:t>
            </a:r>
          </a:p>
          <a:p/>
          <a:p>
            <a:r>
              <a:t>Before the full diagram, the shape of it. Fourteen tables in three groups.</a:t>
            </a:r>
          </a:p>
          <a:p/>
          <a:p>
            <a:r>
              <a:t>Left: the job-market data - roles, postings, skills, and the junctions between</a:t>
            </a:r>
          </a:p>
          <a:p>
            <a:r>
              <a:t>them. That's where a cloud comes from. Middle: identity and activity. Right: the</a:t>
            </a:r>
          </a:p>
          <a:p>
            <a:r>
              <a:t>quiz engine.</a:t>
            </a:r>
          </a:p>
          <a:p/>
          <a:p>
            <a:r>
              <a:t>What makes this one system rather than three is two shared tables. Skills is</a:t>
            </a:r>
          </a:p>
          <a:p>
            <a:r>
              <a:t>shared left to right - the same row that sizes a word in the cloud owns that</a:t>
            </a:r>
          </a:p>
          <a:p>
            <a:r>
              <a:t>word's question bank, which is why clicking a word can start a quiz. And users</a:t>
            </a:r>
          </a:p>
          <a:p>
            <a:r>
              <a:t>ties everything on the right to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[6:15 - 7:35]   SPEAKER 4   -   Trace each table with the cursor as you name it.</a:t>
            </a:r>
          </a:p>
          <a:p/>
          <a:p>
            <a:r>
              <a:t>Let me trace the one path that touches most of it.</a:t>
            </a:r>
          </a:p>
          <a:p/>
          <a:p>
            <a:r>
              <a:t>Start at ROLES. One role has many JOB_POSTINGS - title, company, location, salary</a:t>
            </a:r>
          </a:p>
          <a:p>
            <a:r>
              <a:t>range, date posted.</a:t>
            </a:r>
          </a:p>
          <a:p/>
          <a:p>
            <a:r>
              <a:t>Now the interesting part. A posting mentions many skills, and a skill appears in</a:t>
            </a:r>
          </a:p>
          <a:p>
            <a:r>
              <a:t>many postings. That's many-to-many, which a relational database can't store</a:t>
            </a:r>
          </a:p>
          <a:p>
            <a:r>
              <a:t>directly - so JOB_SKILLS resolves it. Its primary key is the pair, job plus</a:t>
            </a:r>
          </a:p>
          <a:p>
            <a:r>
              <a:t>skill, and that's what guarantees one posting can only count once toward any</a:t>
            </a:r>
          </a:p>
          <a:p>
            <a:r>
              <a:t>given skill.</a:t>
            </a:r>
          </a:p>
          <a:p/>
          <a:p>
            <a:r>
              <a:t>So the word cloud is one query: take the postings for this role inside the date</a:t>
            </a:r>
          </a:p>
          <a:p>
            <a:r>
              <a:t>window, join through job_skills, count distinct postings per skill, sort</a:t>
            </a:r>
          </a:p>
          <a:p>
            <a:r>
              <a:t>descending. That count is the word size.</a:t>
            </a:r>
          </a:p>
          <a:p/>
          <a:p>
            <a:r>
              <a:t>Follow SKILLS right and it becomes the quiz. One skill has many QUESTIONS split</a:t>
            </a:r>
          </a:p>
          <a:p>
            <a:r>
              <a:t>by difficulty; each has its ANSWER_OPTIONS, one flagged correct - and that flag</a:t>
            </a:r>
          </a:p>
          <a:p>
            <a:r>
              <a:t>never leaves the server.</a:t>
            </a:r>
          </a:p>
          <a:p/>
          <a:p>
            <a:r>
              <a:t>Starting a quiz creates a QUIZ_SESSION recording which questions went out and</a:t>
            </a:r>
          </a:p>
          <a:p>
            <a:r>
              <a:t>what you picked. That is what makes live scoring trustworthy, and what stops a</a:t>
            </a:r>
          </a:p>
          <a:p>
            <a:r>
              <a:t>finished quiz being replayed. Submitting lands the result in GAME_ATTEMPTS.</a:t>
            </a:r>
          </a:p>
          <a:p/>
          <a:p>
            <a:r>
              <a:t>Down the middle, USERS - every search, every attempt, and one roadmap per user</a:t>
            </a:r>
          </a:p>
          <a:p>
            <a:r>
              <a:t>all hang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[7:55 - 8:30]   SPEAKER 1   -   sets up the demo</a:t>
            </a:r>
          </a:p>
          <a:p/>
          <a:p>
            <a:r>
              <a:t>One note before the demo, because it shapes what you'll see.</a:t>
            </a:r>
          </a:p>
          <a:p/>
          <a:p>
            <a:r>
              <a:t>JobHopper has two roles, and the difference is whether the request carries a</a:t>
            </a:r>
          </a:p>
          <a:p>
            <a:r>
              <a:t>valid token. A visitor can read the public pages and register - nothing else. A</a:t>
            </a:r>
          </a:p>
          <a:p>
            <a:r>
              <a:t>signed-in user gets word clouds, quizzes that save their result, and a profile.</a:t>
            </a:r>
          </a:p>
          <a:p/>
          <a:p>
            <a:r>
              <a:t>And there's deliberately no admin role. Postings come in through the ingest</a:t>
            </a:r>
          </a:p>
          <a:p>
            <a:r>
              <a:t>pipeline and questions load from a fixture, so there was never a job an admin</a:t>
            </a:r>
          </a:p>
          <a:p>
            <a:r>
              <a:t>would log in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[8:00 – 9:00]   SPEAKER 3   —   LIVE DEMO. Screen share on.</a:t>
            </a:r>
          </a:p>
          <a:p/>
          <a:p>
            <a:r>
              <a:t>Runbook: presentation/DEMO_RUNBOOK.md, Part 1.</a:t>
            </a:r>
          </a:p>
          <a:p/>
          <a:p>
            <a:r>
              <a:t>1. Home page. Point out the nav — rules, stack, creators. All public.</a:t>
            </a:r>
          </a:p>
          <a:p>
            <a:r>
              <a:t>2. Game rules page briefly: three difficulties, three timers.</a:t>
            </a:r>
          </a:p>
          <a:p>
            <a:r>
              <a:t>3. Try to hit the word cloud page while signed out. It bounces you to sign-in.</a:t>
            </a:r>
          </a:p>
          <a:p>
            <a:r>
              <a:t>   Say out loud: "and it isn't just the page hiding a button — the API refuses</a:t>
            </a:r>
          </a:p>
          <a:p>
            <a:r>
              <a:t>   that request too."</a:t>
            </a:r>
          </a:p>
          <a:p>
            <a:r>
              <a:t>4. Register a new account live. Show the inline validation — type a 3-character</a:t>
            </a:r>
          </a:p>
          <a:p>
            <a:r>
              <a:t>   username so the message appears, then fix it. The registration form also</a:t>
            </a:r>
          </a:p>
          <a:p>
            <a:r>
              <a:t>   collects the first word-cloud search, so fill that in as you go.</a:t>
            </a:r>
          </a:p>
          <a:p>
            <a:r>
              <a:t>5. Submitting lands you signed in, on your first word cloud. Hand over.</a:t>
            </a:r>
          </a:p>
          <a:p/>
          <a:p>
            <a:r>
              <a:t>If registration fails live, fall back to the pre-made account in the runbook and</a:t>
            </a:r>
          </a:p>
          <a:p>
            <a:r>
              <a:t>say so plainly. Do not debug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 – 11:00]   SPEAKER 3 and SPEAKER 4   —   LIVE DEMO. The main event.</a:t>
            </a:r>
          </a:p>
          <a:p/>
          <a:p>
            <a:r>
              <a:t>Runbook: presentation/DEMO_RUNBOOK.md, Part 2.</a:t>
            </a:r>
          </a:p>
          <a:p/>
          <a:p>
            <a:r>
              <a:t>1. You are already on the cloud that registration generated. Read it out: name</a:t>
            </a:r>
          </a:p>
          <a:p>
            <a:r>
              <a:t>   the two or three biggest words. Say what the sizing means: "the big words are</a:t>
            </a:r>
          </a:p>
          <a:p>
            <a:r>
              <a:t>   in the most postings — that's a count, not an opinion."</a:t>
            </a:r>
          </a:p>
          <a:p>
            <a:r>
              <a:t>2. Optional, if you have the time: profile → Generate New Word Cloud → change the</a:t>
            </a:r>
          </a:p>
          <a:p>
            <a:r>
              <a:t>   role and the shape, and show a second cloud coming back different.</a:t>
            </a:r>
          </a:p>
          <a:p>
            <a:r>
              <a:t>3. Click a big skill. Difficulty screen. Pick Medium — 2:00 is long enough to show</a:t>
            </a:r>
          </a:p>
          <a:p>
            <a:r>
              <a:t>   and short enough to stay inside our slot.</a:t>
            </a:r>
          </a:p>
          <a:p>
            <a:r>
              <a:t>4. Play three or four questions. Deliberately get one wrong so the live feedback</a:t>
            </a:r>
          </a:p>
          <a:p>
            <a:r>
              <a:t>   and the score behaviour are both visible. Point at the clock.</a:t>
            </a:r>
          </a:p>
          <a:p>
            <a:r>
              <a:t>5. Do NOT play all ten on camera. Jump to the profile page.</a:t>
            </a:r>
          </a:p>
          <a:p>
            <a:r>
              <a:t>6. Profile: the search you just ran is under Recent Word Clouds; the attempt you</a:t>
            </a:r>
          </a:p>
          <a:p>
            <a:r>
              <a:t>   just made is under Recent Game History. Say: "we didn't refresh anything —</a:t>
            </a:r>
          </a:p>
          <a:p>
            <a:r>
              <a:t>   that's the database answering."</a:t>
            </a:r>
          </a:p>
          <a:p>
            <a:r>
              <a:t>7. Click Search Again on a saved cloud to show it re-runs.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– 12:00]   SPEAKER 4   —   LIVE DEMO. This is the 9-point rubric item.</a:t>
            </a:r>
          </a:p>
          <a:p/>
          <a:p>
            <a:r>
              <a:t>Runbook: presentation/DEMO_RUNBOOK.md, Part 3. Use the DB Browser for SQLite</a:t>
            </a:r>
          </a:p>
          <a:p>
            <a:r>
              <a:t>window already open on the second desktop — don't open a terminal and type</a:t>
            </a:r>
          </a:p>
          <a:p>
            <a:r>
              <a:t>commands on camera, it reads as code.</a:t>
            </a:r>
          </a:p>
          <a:p/>
          <a:p>
            <a:r>
              <a:t>1. Show the table list. Say: "fourteen tables — the same fourteen you just saw in</a:t>
            </a:r>
          </a:p>
          <a:p>
            <a:r>
              <a:t>   the ERD. The diagram isn't a drawing of what we planned, it's what's actually</a:t>
            </a:r>
          </a:p>
          <a:p>
            <a:r>
              <a:t>   in the file."</a:t>
            </a:r>
          </a:p>
          <a:p>
            <a:r>
              <a:t>2. Open SEARCHES. The row from ninety seconds ago is at the bottom — the role, the</a:t>
            </a:r>
          </a:p>
          <a:p>
            <a:r>
              <a:t>   salary, the shape, the timestamp, and a user_id pointing at the account we</a:t>
            </a:r>
          </a:p>
          <a:p>
            <a:r>
              <a:t>   registered on camera.</a:t>
            </a:r>
          </a:p>
          <a:p>
            <a:r>
              <a:t>3. Open GAME_ATTEMPTS. Same story: skill, difficulty, score, seconds taken.</a:t>
            </a:r>
          </a:p>
          <a:p>
            <a:r>
              <a:t>4. Open USERS. Show the password column. It's a bcrypt hash. Say: "we couldn't</a:t>
            </a:r>
          </a:p>
          <a:p>
            <a:r>
              <a:t>   tell you that user's password if we wanted to. We never stored it."</a:t>
            </a:r>
          </a:p>
          <a:p>
            <a:r>
              <a:t>5. Show the word-cloud counts next to the picture: same numbers.</a:t>
            </a:r>
          </a:p>
          <a:p/>
          <a:p>
            <a:r>
              <a:t>Close with: "everything you saw on screen came out of this file. Nothing on any</a:t>
            </a:r>
          </a:p>
          <a:p>
            <a:r>
              <a:t>page is hard-coded."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[11:30 - 12:30]   SPEAKER 1</a:t>
            </a:r>
          </a:p>
          <a:p/>
          <a:p>
            <a:r>
              <a:t>The honest accounting.</a:t>
            </a:r>
          </a:p>
          <a:p/>
          <a:p>
            <a:r>
              <a:t>On the left. Every core feature is live. Our postings are real - ingested from a</a:t>
            </a:r>
          </a:p>
          <a:p>
            <a:r>
              <a:t>live job-search API, which meant dealing with genuinely messy description text.</a:t>
            </a:r>
          </a:p>
          <a:p>
            <a:r>
              <a:t>The question bank beat its own target: we aimed for ten per skill per difficulty</a:t>
            </a:r>
          </a:p>
          <a:p>
            <a:r>
              <a:t>and shipped fifteen, which is 1,260 questions. And the process held - 189</a:t>
            </a:r>
          </a:p>
          <a:p>
            <a:r>
              <a:t>commits, 44 reviewed pull requests, 237 tests.</a:t>
            </a:r>
          </a:p>
          <a:p/>
          <a:p>
            <a:r>
              <a:t>On the right, what changed. The prep roadmap has a finished, tested API and no</a:t>
            </a:r>
          </a:p>
          <a:p>
            <a:r>
              <a:t>screen; with the time left, we chose to make the quiz good rather than make the</a:t>
            </a:r>
          </a:p>
          <a:p>
            <a:r>
              <a:t>roadmap merely exist.</a:t>
            </a:r>
          </a:p>
          <a:p/>
          <a:p>
            <a:r>
              <a:t>Maximum salary we removed rather than ship a filter that quietly did nothing.</a:t>
            </a:r>
          </a:p>
          <a:p/>
          <a:p>
            <a:r>
              <a:t>Named ranks are on our rules page but not in the scoring yet - our docs got ahead</a:t>
            </a:r>
          </a:p>
          <a:p>
            <a:r>
              <a:t>of the app, and that's on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[12:30 - 13:00]   SPEAKER 1   -   close</a:t>
            </a:r>
          </a:p>
          <a:p/>
          <a:p>
            <a:r>
              <a:t>Three things next. Ship the roadmap screen - the API is already there. Widen the</a:t>
            </a:r>
          </a:p>
          <a:p>
            <a:r>
              <a:t>ingest; the pipeline isn't the limit, the skill vocabulary is. And the one we</a:t>
            </a:r>
          </a:p>
          <a:p>
            <a:r>
              <a:t>actually want: close the loop, so the skills you keep getting wrong become the</a:t>
            </a:r>
          </a:p>
          <a:p>
            <a:r>
              <a:t>ones your cloud puts in front of you.</a:t>
            </a:r>
          </a:p>
          <a:p/>
          <a:p>
            <a:r>
              <a:t>Right now the two halves of the app share a database. They should share a memory.</a:t>
            </a:r>
          </a:p>
          <a:p/>
          <a:p>
            <a:r>
              <a:t>That's JobHopper. Thank you.</a:t>
            </a:r>
          </a:p>
          <a:p/>
          <a:p>
            <a:r>
              <a:t>--- END. Target 13:00. Hard ceiling 15:00.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1B2430"/>
                </a:solidFill>
                <a:latin typeface="Calibri"/>
              </a:rPr>
              <a:t>JobHopper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E6B7C"/>
                </a:solidFill>
                <a:latin typeface="Calibri"/>
              </a:rPr>
              <a:t>Turning a pile of job postings into a picture of what to learn — and a way to practise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" y="3657600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9867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6460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Final project presentation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 full-stack web application: HTML, Bootstrap and Sass on the front end; FastAPI, SQLAlchemy and SQLite behind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THE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The information is public. Reading it is the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90548"/>
            <a:ext cx="5282031" cy="883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Somebody trying to move up in tech opens a job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board and finds forty postings for the same title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each one a different wall of requirements.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76905"/>
            <a:ext cx="5282031" cy="588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The useful signal is which tools keep coming up. That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signal is real, it is public, and it is completely buried.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68877"/>
            <a:ext cx="5282031" cy="588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Reading forty postings by hand is the thing nobody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actually does. So people guess at what to learn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1295" y="1590548"/>
            <a:ext cx="5282031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1295" y="1590548"/>
            <a:ext cx="50292" cy="1448816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1755648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What JobHopper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9331" y="2151634"/>
            <a:ext cx="4829403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Reads the current postings for a role and draws the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skills sized by how many of those postings actually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mention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1295" y="3240532"/>
            <a:ext cx="5282031" cy="121640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1295" y="3240532"/>
            <a:ext cx="50292" cy="1216406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405632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And then makes it actionable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331" y="3801618"/>
            <a:ext cx="4829403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 skill in that picture is clickable. Click it and you are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timed, multiple-choice quiz on that exact skill.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804410"/>
            <a:ext cx="10874959" cy="624586"/>
          </a:xfrm>
          <a:prstGeom prst="roundRect">
            <a:avLst>
              <a:gd name="adj" fmla="val 14000"/>
            </a:avLst>
          </a:prstGeom>
          <a:solidFill>
            <a:srgbClr val="1B24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969510"/>
            <a:ext cx="1025316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In one sentence: show people what the market is asking for, and give them a way to practise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What the system has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Everything below is built and demonstrable unless it carries a flag.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161925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6192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FR1 · Accounts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Register, sign in, stay signed in, sign out. Usernames are 4–16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letters and digits; passwords 8–20 characters. A session lasts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hours.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161925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16192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FR2 · Generate a skills word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16632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Choose a job title, and optionally a location and a minimum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salary. Pick up to 40 keywords and a shape. Get back the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skills weighted by how many current postings mention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94252"/>
            <a:ext cx="5300319" cy="118541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794252"/>
            <a:ext cx="50292" cy="1185418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3959352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FR3 · Remember what you searched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4355338"/>
            <a:ext cx="4847691" cy="43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Every cloud a signed-in user generates is saved to their account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can be re-run from their profile in one click.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3794252"/>
            <a:ext cx="5300319" cy="118541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3794252"/>
            <a:ext cx="50292" cy="118541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043" y="3959352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FR4 · Fail honestly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1043" y="4355338"/>
            <a:ext cx="4847691" cy="43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If the filters match too little posting data to build a cloud, the app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says so. It never draws an empty or misleading picture.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17414"/>
            <a:ext cx="10874959" cy="59359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5382514"/>
            <a:ext cx="10253167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2430"/>
                </a:solidFill>
                <a:latin typeface="Calibri"/>
              </a:rPr>
              <a:t>The word cloud is the front door — everything else in the app is reached through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From a picture to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61925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6192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FR5 · Play a quiz on any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51634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Any skill backed by a question bank is clickable. 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multiple-choice questions at easy, medium or hard,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difficulty on its own timer — 3:00, 2:00 or 1:30.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61925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6192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FR6 · Live scoring, honestly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51634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Each answer is locked in on the server as it is chosen, and only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then is the player told whether it was right. Knowing the answer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afterwards cannot change it, so the running score and the final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score always agree.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29254"/>
            <a:ext cx="5300319" cy="140233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29254"/>
            <a:ext cx="50292" cy="140233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594354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FR7 · Remember how you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3990340"/>
            <a:ext cx="4847691" cy="43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Completed quizzes are saved to the account with the skill,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difficulty and the score, and shown back on the profile page.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429254"/>
            <a:ext cx="5300319" cy="140233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429254"/>
            <a:ext cx="50292" cy="140233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594354"/>
            <a:ext cx="484769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FR8 · Personal prep roadmap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3990340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 ordered list of skills to learn for a target role, each step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markable as you go. The API is built and covered by tests —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never got a screen. More on that at the 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54335" y="3568954"/>
            <a:ext cx="868680" cy="228600"/>
          </a:xfrm>
          <a:prstGeom prst="roundRect">
            <a:avLst>
              <a:gd name="adj" fmla="val 40000"/>
            </a:avLst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API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69332"/>
            <a:ext cx="10874959" cy="59359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5234432"/>
            <a:ext cx="10253167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2430"/>
                </a:solidFill>
                <a:latin typeface="Calibri"/>
              </a:rPr>
              <a:t>Behind it: 1,260 questions — 28 skills × 3 difficulties × 15 questions each.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F70"/>
                </a:solidFill>
                <a:latin typeface="Calibri"/>
              </a:rPr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well it has to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Not features — but the app is wrong without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797431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2989478" cy="1045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Passwords are bcrypt-hashed,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stored or returned. Tokens are signed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and expire in 24 hours. A failed login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gives one generic message, so it can't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reveal which usernames exist.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955546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1955546"/>
            <a:ext cx="50292" cy="1797431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2830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830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server decides every score,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browser. A finished quiz can't be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replayed, and importing the same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posting twice can't duplicate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1220" y="1955546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955546"/>
            <a:ext cx="50292" cy="1797431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9256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256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two hottest queries — building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cloud and pulling a quiz — each 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a composite index. Responses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over 500 bytes are compressed.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72433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72433"/>
            <a:ext cx="50292" cy="1797431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" y="4137533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Reliability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" y="4533519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237 automated tests: 209 on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backend, 28 on the front end. Both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suites run on every pull request before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anything can merge.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4794" y="3972433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4794" y="3972433"/>
            <a:ext cx="50292" cy="1797431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2830" y="4137533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2830" y="4533519"/>
            <a:ext cx="2989478" cy="1045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Responsive at phone and desktop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widths. Validation appears next to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field. Every API error arrives in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shape, so no screen shows a user a raw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error object.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1220" y="3972433"/>
            <a:ext cx="3442106" cy="17974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1220" y="3972433"/>
            <a:ext cx="50292" cy="1797431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9256" y="4137533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Portability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256" y="4533519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Dependency versions are pinned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laptops and the CI runner resolve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same set, and the app builds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migrates its own database on first run.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6" y="146304"/>
            <a:ext cx="10882362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WHY THIS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Chosen for a four-person team on a semester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851659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Python +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Python is the strongest shared language on this team. 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gave us request and response validation for free and generated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live API docs — so the front end could build against a 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contract instead of waiting for the backend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851659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SQLite +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SQLite is a single file: no database server to install,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laptops and the CI runner all run an identical database with zero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setup. SQLAlchemy keeps every query parameterised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injection-safe by construction — and moving to PostgreSQL later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is one connection string.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61663"/>
            <a:ext cx="5300319" cy="16347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61663"/>
            <a:ext cx="50292" cy="16347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Plain JavaScript, Bootstrap, Sass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4238243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 framework would have added a build step and a learning curve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to a team of four on a semester clock. Bootstrap gave us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responsive grid on day one; Sass gave us one shared palette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across eleven pages instead of eleven copies of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661663"/>
            <a:ext cx="5300319" cy="16347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661663"/>
            <a:ext cx="50292" cy="16347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GitHub Actions + pytest + Jest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4238243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cheapest way to stop four people breaking each other's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work. Both suites run on every pull request, so a regression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caught by the robot rather than by whoever pulls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355889"/>
            <a:ext cx="11899087" cy="61462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921" y="146304"/>
            <a:ext cx="10055853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JobHopper has two roles — and we'll show you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What the app lets you do depends entirely on whether the request carries a valid token.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24094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Visitor · not signed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 browse the home page, the game rules, the stack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the creators page — and can register an account.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Cannot generate a word cloud, and has no profile, no saved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no game history. The page sends them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sign-in — and the API refuses the request as well, so the rule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holds even if you skip the 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24094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Registered user · signed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Everything above, plus: generate word clouds, play quizzes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with the result saved, and a profile page showing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recent scores — each one re-runnable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click.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Identity comes from a signed token, checked on the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for every single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02734"/>
            <a:ext cx="10874959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02734"/>
            <a:ext cx="50292" cy="1448816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4767834"/>
            <a:ext cx="1042233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Why there is no admin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5163820"/>
            <a:ext cx="10422331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Nothing in JobHopper is administered through a screen. Postings arrive through the ingest pipeline and the question bank is loaded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from a fixture, so there was never a task an admin would log in to do. Adding an admin login would have been a role with nothing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behind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Calibri"/>
              </a:rPr>
              <a:t>LIVE DEMO  ·  PART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1 — the visitor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Browse the public pages — home, rules, stack, creators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Try to reach a word cloud without signing in → bounced to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Register a brand-new account live — the form builds your first cloud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5C99"/>
                </a:solidFill>
                <a:latin typeface="Calibri"/>
              </a:rPr>
              <a:t>LIVE DEMO  ·  PART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2 — the registered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Read the cloud we just generated — then build another from the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Click a skill → pick a difficulty → play the timed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Watch the live score move as each answer locks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profile: the search and the score are both already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A4F70"/>
                </a:solidFill>
                <a:latin typeface="Calibri"/>
              </a:rPr>
              <a:t>LIVE DEMO  ·  PART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It really is a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database file and list the tables — the same fourteen from the 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rows we just created: the search and the game attempt, carrying our user_id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a stored password — a bcrypt hash, not the password we typed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word-cloud counts matching the picture we just drew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What we achieved, and what we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We planned more than we shipped. Here is the honest accounting.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371868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3718687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63114"/>
            <a:ext cx="4847691" cy="2471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Every core feature is live: accounts, word cloud, timed quiz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with live scoring, and saved history.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Real posting data — ingested from a live job-search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rather than invented: 40 postings across 4 roles.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The question bank beat its own target. We aimed for 10 per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skill per difficulty and shipped 15 — 1,260 questions.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237 automated tests with CI on every pull request. 189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commits, 44 reviewed pull requests.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371868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3718687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Altered or 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63114"/>
            <a:ext cx="4847691" cy="2920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The prep roadmap has a finished, tested API and no screen.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With the time left we chose to make the quiz good rather than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make the roadmap merely exist.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Maximum salary: we removed the field instead of shipping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filter that quietly did nothing. Minimum salary works.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Named ranks are described on our rules page, but scoring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currently ends at a normalised number. The docs got ahead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the app.</a:t>
            </a:r>
          </a:p>
          <a:p>
            <a:pPr algn="l">
              <a:spcBef>
                <a:spcPts val="797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▸ Word clouds ended up behind sign-in, so every search could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E6B7C"/>
                </a:solidFill>
                <a:latin typeface="Calibri"/>
              </a:rPr>
              <a:t>be saved to a real account and offered back.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77724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WHERE WE'D TAKE IT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143000"/>
            <a:ext cx="50292" cy="1572768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1036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Ship the roadmap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1036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API is already built and tested.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shortest distance between where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we are and a noticeably more useful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0826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0826" y="1143000"/>
            <a:ext cx="50292" cy="157276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8862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Widen the 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8862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Four roles was enough to prove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idea. The pipeline isn't the limit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vocabulary of skills we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52" y="1143000"/>
            <a:ext cx="325008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8652" y="1143000"/>
            <a:ext cx="50292" cy="157276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6688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Close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688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Feed quiz results back into the cloud,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so the skills you keep getting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become the ones it puts in front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2257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13632"/>
            <a:ext cx="9677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E6B7C"/>
                </a:solidFill>
                <a:latin typeface="Calibri"/>
              </a:rPr>
              <a:t>JobHopper reads what the market is asking for, and gives you somewhere to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4517136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18888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20640"/>
            <a:ext cx="10225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