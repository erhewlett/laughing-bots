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[0:00 - 0:15]   SPEAKER 1</a:t>
            </a:r>
          </a:p>
          <a:p/>
          <a:p>
            <a:r>
              <a:t>Hi, we're the Laughing Bots - Rose, Elijah, Angel and Terrell. This is JobHopper:</a:t>
            </a:r>
          </a:p>
          <a:p>
            <a:r>
              <a:t>it reads real job postings, shows you which skills those postings are actually</a:t>
            </a:r>
          </a:p>
          <a:p>
            <a:r>
              <a:t>asking for, and lets you quiz yourself on any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[0:15 - 1:00]   SPEAKER 1</a:t>
            </a:r>
          </a:p>
          <a:p/>
          <a:p>
            <a:r>
              <a:t>The problem isn't that this information is secret - job postings are public.</a:t>
            </a:r>
          </a:p>
          <a:p>
            <a:r>
              <a:t>It's volume. Search one title and you get forty postings, each with its own wall</a:t>
            </a:r>
          </a:p>
          <a:p>
            <a:r>
              <a:t>of requirements. The signal is which tools keep repeating, and nobody reads</a:t>
            </a:r>
          </a:p>
          <a:p>
            <a:r>
              <a:t>forty postings to find it. So people guess at what to learn next.</a:t>
            </a:r>
          </a:p>
          <a:p/>
          <a:p>
            <a:r>
              <a:t>So our goal was this: analyse the job postings for a target role, identify the</a:t>
            </a:r>
          </a:p>
          <a:p>
            <a:r>
              <a:t>most in-demand skills, and show them as a word cloud - then help people actually</a:t>
            </a:r>
          </a:p>
          <a:p>
            <a:r>
              <a:t>build those skills through interactive Q&amp;A games.</a:t>
            </a:r>
          </a:p>
          <a:p/>
          <a:p>
            <a:r>
              <a:t>That second half is what we care about. Every skill in the picture is clickable.</a:t>
            </a:r>
          </a:p>
          <a:p>
            <a:r>
              <a:t>Click Python, and you're in a timed quiz on Python. It doesn't just tell you</a:t>
            </a:r>
          </a:p>
          <a:p>
            <a:r>
              <a:t>what to learn - it gives you somewhere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[1:00 - 1:50]   SPEAKER 2</a:t>
            </a:r>
          </a:p>
          <a:p/>
          <a:p>
            <a:r>
              <a:t>These are our functional requirements, written the way we specified them. I</a:t>
            </a:r>
          </a:p>
          <a:p>
            <a:r>
              <a:t>won't read them all - two things to point at.</a:t>
            </a:r>
          </a:p>
          <a:p/>
          <a:p>
            <a:r>
              <a:t>In registration and login, it's the last pair: showing you your most recent game</a:t>
            </a:r>
          </a:p>
          <a:p>
            <a:r>
              <a:t>score, and your three most recent searches. Those are the requirements that</a:t>
            </a:r>
          </a:p>
          <a:p>
            <a:r>
              <a:t>forced everything to be stored against a real account rather than sitting in the</a:t>
            </a:r>
          </a:p>
          <a:p>
            <a:r>
              <a:t>browser.</a:t>
            </a:r>
          </a:p>
          <a:p/>
          <a:p>
            <a:r>
              <a:t>And in word cloud creation, it's the last line. The size of each word is based</a:t>
            </a:r>
          </a:p>
          <a:p>
            <a:r>
              <a:t>on how often that skill appears across the postings we pulled. Size equals</a:t>
            </a:r>
          </a:p>
          <a:p>
            <a:r>
              <a:t>frequency - a count, not an opinion. That one sentence is the whole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[1:50 - 2:40]   SPEAKER 2</a:t>
            </a:r>
          </a:p>
          <a:p/>
          <a:p>
            <a:r>
              <a:t>Job scraping is two requirements. Count how often each keyword appears - and</a:t>
            </a:r>
          </a:p>
          <a:p>
            <a:r>
              <a:t>display an error when there isn't enough job information to build a cloud. A</a:t>
            </a:r>
          </a:p>
          <a:p>
            <a:r>
              <a:t>thin, misleading picture is worse than saying we can't build one, so we made</a:t>
            </a:r>
          </a:p>
          <a:p>
            <a:r>
              <a:t>that a requirement rather than an edge case.</a:t>
            </a:r>
          </a:p>
          <a:p/>
          <a:p>
            <a:r>
              <a:t>The Q&amp;A game block is the exact path you'll see in the demo: click any word, get</a:t>
            </a:r>
          </a:p>
          <a:p>
            <a:r>
              <a:t>sent to that word's game, get questions matching the keyword and difficulty you</a:t>
            </a:r>
          </a:p>
          <a:p>
            <a:r>
              <a:t>chose, on a timer, with your score at the end.</a:t>
            </a:r>
          </a:p>
          <a:p/>
          <a:p>
            <a:r>
              <a:t>One thing that isn't on the slide - every answer is locked in on the server</a:t>
            </a:r>
          </a:p>
          <a:p>
            <a:r>
              <a:t>before you're told whether it was right, so the running score and the final</a:t>
            </a:r>
          </a:p>
          <a:p>
            <a:r>
              <a:t>score can never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[2:40 - 3:30]   SPEAKER 2</a:t>
            </a:r>
          </a:p>
          <a:p/>
          <a:p>
            <a:r>
              <a:t>Non-functional requirements - not features, but the app is wrong without them.</a:t>
            </a:r>
          </a:p>
          <a:p/>
          <a:p>
            <a:r>
              <a:t>The top row is what we committed to in our spec: the cloud back within ten</a:t>
            </a:r>
          </a:p>
          <a:p>
            <a:r>
              <a:t>seconds, the game open within ten and scored within seven, and all user input</a:t>
            </a:r>
          </a:p>
          <a:p>
            <a:r>
              <a:t>validated and sanitised against injection. We get that last one structurally -</a:t>
            </a:r>
          </a:p>
          <a:p>
            <a:r>
              <a:t>every query goes through the ORM, parameterised, never built by string.</a:t>
            </a:r>
          </a:p>
          <a:p/>
          <a:p>
            <a:r>
              <a:t>The bottom row we held ourselves to as we built. Passwords bcrypt-hashed and</a:t>
            </a:r>
          </a:p>
          <a:p>
            <a:r>
              <a:t>never returned, and a failed login gives the same generic message whether the</a:t>
            </a:r>
          </a:p>
          <a:p>
            <a:r>
              <a:t>account exists or not. The server decides every score, never the browser. And</a:t>
            </a:r>
          </a:p>
          <a:p>
            <a:r>
              <a:t>237 tests, with nothing merging until both suites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[3:45 - 4:40]   SPEAKER 3</a:t>
            </a:r>
          </a:p>
          <a:p/>
          <a:p>
            <a:r>
              <a:t>The whole system on one page.</a:t>
            </a:r>
          </a:p>
          <a:p/>
          <a:p>
            <a:r>
              <a:t>Top: the browser. Eleven HTML pages, Bootstrap, Sass, plain JavaScript modules -</a:t>
            </a:r>
          </a:p>
          <a:p>
            <a:r>
              <a:t>no framework, no build step. It talks to exactly one thing, our API, and</a:t>
            </a:r>
          </a:p>
          <a:p>
            <a:r>
              <a:t>anything tied to an account carries a signed token.</a:t>
            </a:r>
          </a:p>
          <a:p/>
          <a:p>
            <a:r>
              <a:t>The middle band is where every rule lives: FastAPI, sixteen endpoints, Pydantic</a:t>
            </a:r>
          </a:p>
          <a:p>
            <a:r>
              <a:t>validating every request and response, and underneath it the services - hashing</a:t>
            </a:r>
          </a:p>
          <a:p>
            <a:r>
              <a:t>and tokens, skill extraction, and the ingest that keeps our data current. Note</a:t>
            </a:r>
          </a:p>
          <a:p>
            <a:r>
              <a:t>on the right that our postings are real, pulled from a live job-search API.</a:t>
            </a:r>
          </a:p>
          <a:p/>
          <a:p>
            <a:r>
              <a:t>The bottom is one SQLite file, reached only through SQLAlchemy.</a:t>
            </a:r>
          </a:p>
          <a:p/>
          <a:p>
            <a:r>
              <a:t>That line along the bottom is the rule that shaped everything: the browser never</a:t>
            </a:r>
          </a:p>
          <a:p>
            <a:r>
              <a:t>touches the database, and never decides anything it could be lied to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[4:40 - 5:35]   SPEAKER 3</a:t>
            </a:r>
          </a:p>
          <a:p/>
          <a:p>
            <a:r>
              <a:t>Why these choices.</a:t>
            </a:r>
          </a:p>
          <a:p/>
          <a:p>
            <a:r>
              <a:t>Python and FastAPI: Python is the strongest shared language on this team, and</a:t>
            </a:r>
          </a:p>
          <a:p>
            <a:r>
              <a:t>FastAPI gave us validation for free plus live API docs - so the front end could</a:t>
            </a:r>
          </a:p>
          <a:p>
            <a:r>
              <a:t>build against a written contract instead of waiting for the backend.</a:t>
            </a:r>
          </a:p>
          <a:p/>
          <a:p>
            <a:r>
              <a:t>SQLite: one file, no server to install, so four laptops and the CI runner run an</a:t>
            </a:r>
          </a:p>
          <a:p>
            <a:r>
              <a:t>identical database with zero setup - which removed a whole category of "works on</a:t>
            </a:r>
          </a:p>
          <a:p>
            <a:r>
              <a:t>my machine". SQLAlchemy keeps every query parameterised, so we're injection-safe</a:t>
            </a:r>
          </a:p>
          <a:p>
            <a:r>
              <a:t>by construction.</a:t>
            </a:r>
          </a:p>
          <a:p/>
          <a:p>
            <a:r>
              <a:t>On the front end, Figma first. We designed every screen before anyone built it,</a:t>
            </a:r>
          </a:p>
          <a:p>
            <a:r>
              <a:t>which kept four people from producing four different-looking pages. Bootstrap</a:t>
            </a:r>
          </a:p>
          <a:p>
            <a:r>
              <a:t>gave us a responsive grid on day one, and Sass gave us one shared palette across</a:t>
            </a:r>
          </a:p>
          <a:p>
            <a:r>
              <a:t>eleven pages.</a:t>
            </a:r>
          </a:p>
          <a:p/>
          <a:p>
            <a:r>
              <a:t>And GitHub Actions - the cheapest way to stop four people breaking each other's</a:t>
            </a:r>
          </a:p>
          <a:p>
            <a:r>
              <a:t>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[5:50 - 6:30]   SPEAKER 4</a:t>
            </a:r>
          </a:p>
          <a:p/>
          <a:p>
            <a:r>
              <a:t>Before the full diagram, the shape of it. Fourteen tables in three groups.</a:t>
            </a:r>
          </a:p>
          <a:p/>
          <a:p>
            <a:r>
              <a:t>Left: the job-market data - roles, postings, skills, and the junctions between</a:t>
            </a:r>
          </a:p>
          <a:p>
            <a:r>
              <a:t>them. That's where a cloud comes from. Middle: identity and activity. Right: the</a:t>
            </a:r>
          </a:p>
          <a:p>
            <a:r>
              <a:t>quiz engine.</a:t>
            </a:r>
          </a:p>
          <a:p/>
          <a:p>
            <a:r>
              <a:t>What makes this one system rather than three is two shared tables. Skills is</a:t>
            </a:r>
          </a:p>
          <a:p>
            <a:r>
              <a:t>shared left to right - the same row that sizes a word in the cloud owns that</a:t>
            </a:r>
          </a:p>
          <a:p>
            <a:r>
              <a:t>word's question bank, which is why clicking a word can start a quiz. And users</a:t>
            </a:r>
          </a:p>
          <a:p>
            <a:r>
              <a:t>ties everything on the right to one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[6:15 - 7:35]   SPEAKER 4   -   Trace each table with the cursor as you name it.</a:t>
            </a:r>
          </a:p>
          <a:p/>
          <a:p>
            <a:r>
              <a:t>Let me trace the one path that touches most of it.</a:t>
            </a:r>
          </a:p>
          <a:p/>
          <a:p>
            <a:r>
              <a:t>Start at ROLES. One role has many JOB_POSTINGS - title, company, location, salary</a:t>
            </a:r>
          </a:p>
          <a:p>
            <a:r>
              <a:t>range, date posted.</a:t>
            </a:r>
          </a:p>
          <a:p/>
          <a:p>
            <a:r>
              <a:t>Now the interesting part. A posting mentions many skills, and a skill appears in</a:t>
            </a:r>
          </a:p>
          <a:p>
            <a:r>
              <a:t>many postings. That's many-to-many, which a relational database can't store</a:t>
            </a:r>
          </a:p>
          <a:p>
            <a:r>
              <a:t>directly - so JOB_SKILLS resolves it. Its primary key is the pair, job plus</a:t>
            </a:r>
          </a:p>
          <a:p>
            <a:r>
              <a:t>skill, which is what guarantees one posting can only count once toward a skill.</a:t>
            </a:r>
          </a:p>
          <a:p/>
          <a:p>
            <a:r>
              <a:t>So the word cloud is one query: the postings for this role inside the date</a:t>
            </a:r>
          </a:p>
          <a:p>
            <a:r>
              <a:t>window, joined through job_skills, counted per skill, sorted descending. That</a:t>
            </a:r>
          </a:p>
          <a:p>
            <a:r>
              <a:t>count is the word size.</a:t>
            </a:r>
          </a:p>
          <a:p/>
          <a:p>
            <a:r>
              <a:t>Follow SKILLS right and it becomes the quiz. One skill has many QUESTIONS split</a:t>
            </a:r>
          </a:p>
          <a:p>
            <a:r>
              <a:t>by difficulty, each with its ANSWER_OPTIONS - one flagged correct, and that flag</a:t>
            </a:r>
          </a:p>
          <a:p>
            <a:r>
              <a:t>never leaves the server.</a:t>
            </a:r>
          </a:p>
          <a:p/>
          <a:p>
            <a:r>
              <a:t>Starting a quiz creates a QUIZ_SESSION recording which questions went out and</a:t>
            </a:r>
          </a:p>
          <a:p>
            <a:r>
              <a:t>what you picked - that is what makes live scoring trustworthy, and what stops a</a:t>
            </a:r>
          </a:p>
          <a:p>
            <a:r>
              <a:t>finished quiz being replayed. Submitting lands the result in GAME_ATTEMPTS.</a:t>
            </a:r>
          </a:p>
          <a:p/>
          <a:p>
            <a:r>
              <a:t>And down the middle, USERS - every search and every attempt hangs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[7:55 - 8:30]   SPEAKER 1   -   sets up the demo</a:t>
            </a:r>
          </a:p>
          <a:p/>
          <a:p>
            <a:r>
              <a:t>One note before the demo, because it shapes what you'll see.</a:t>
            </a:r>
          </a:p>
          <a:p/>
          <a:p>
            <a:r>
              <a:t>JobHopper has two roles, and the difference is whether the request carries a</a:t>
            </a:r>
          </a:p>
          <a:p>
            <a:r>
              <a:t>valid token. A visitor can read the public pages and register - nothing else. A</a:t>
            </a:r>
          </a:p>
          <a:p>
            <a:r>
              <a:t>signed-in user gets word clouds, quizzes that save their result, and a profile.</a:t>
            </a:r>
          </a:p>
          <a:p/>
          <a:p>
            <a:r>
              <a:t>And there's deliberately no admin role. Postings come in through the ingest</a:t>
            </a:r>
          </a:p>
          <a:p>
            <a:r>
              <a:t>pipeline and questions load from a fixture, so there was never a job an admin</a:t>
            </a:r>
          </a:p>
          <a:p>
            <a:r>
              <a:t>would log in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[8:22 - 9:22]   SPEAKER 3   -   LIVE DEMO, PART 1.  Share your screen now.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Home page already open.</a:t>
            </a:r>
          </a:p>
          <a:p/>
          <a:p>
            <a:r>
              <a:t>"This is JobHopper the way anyone arrives at it - not signed in. Rules, stack</a:t>
            </a:r>
          </a:p>
          <a:p>
            <a:r>
              <a:t>and creators are open to everybody."</a:t>
            </a:r>
          </a:p>
          <a:p/>
          <a:p>
            <a:r>
              <a:t>&gt; Click Game Rules. Don't scroll far.</a:t>
            </a:r>
          </a:p>
          <a:p/>
          <a:p>
            <a:r>
              <a:t>"Ten questions, three difficulties, each with its own clock."</a:t>
            </a:r>
          </a:p>
          <a:p/>
          <a:p>
            <a:r>
              <a:t>&gt; Try to open the word cloud page directly.</a:t>
            </a:r>
          </a:p>
          <a:p/>
          <a:p>
            <a:r>
              <a:t>"Now watch what happens if I go straight for a word cloud with no account. It</a:t>
            </a:r>
          </a:p>
          <a:p>
            <a:r>
              <a:t>sends me to sign-in - and that's not the page hiding a button. The API refuses</a:t>
            </a:r>
          </a:p>
          <a:p>
            <a:r>
              <a:t>the request too, so there's no way around it."</a:t>
            </a:r>
          </a:p>
          <a:p/>
          <a:p>
            <a:r>
              <a:t>&gt; Click Sign Up. Type a 3-character username so the validation fires.</a:t>
            </a:r>
          </a:p>
          <a:p/>
          <a:p>
            <a:r>
              <a:t>"So let's make one. Validation is inline, right where the problem is."</a:t>
            </a:r>
          </a:p>
          <a:p/>
          <a:p>
            <a:r>
              <a:t>&gt; Fix the username, then fill the rest. Job title and location are type-ahead</a:t>
            </a:r>
          </a:p>
          <a:p>
            <a:r>
              <a:t>&gt; fields - start typing and real options drop down. Keep talking while you</a:t>
            </a:r>
          </a:p>
          <a:p>
            <a:r>
              <a:t>&gt; type; don't narrate the typing.</a:t>
            </a:r>
          </a:p>
          <a:p/>
          <a:p>
            <a:r>
              <a:t>"The same form takes your first search - and those suggestions are the job</a:t>
            </a:r>
          </a:p>
          <a:p>
            <a:r>
              <a:t>titles and locations we actually have postings for."</a:t>
            </a:r>
          </a:p>
          <a:p/>
          <a:p>
            <a:r>
              <a:t>&gt; Submit.</a:t>
            </a:r>
          </a:p>
          <a:p/>
          <a:p>
            <a:r>
              <a:t>If registration misbehaves: sign in with the backup account, say "we've already</a:t>
            </a:r>
          </a:p>
          <a:p>
            <a:r>
              <a:t>got one set up", and carry on. Do not debug on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[9:22 - 11:22]   SPEAKER 3 and SPEAKER 4   -   LIVE DEMO, PART 2. The main event.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You are on the cloud registration just built.</a:t>
            </a:r>
          </a:p>
          <a:p/>
          <a:p>
            <a:r>
              <a:t>"Here's what that search produced. The biggest words are the ones that appeared</a:t>
            </a:r>
          </a:p>
          <a:p>
            <a:r>
              <a:t>in the most postings for that role - that's a count, not our opinion. Anything</a:t>
            </a:r>
          </a:p>
          <a:p>
            <a:r>
              <a:t>we have questions for is clickable."</a:t>
            </a:r>
          </a:p>
          <a:p/>
          <a:p>
            <a:r>
              <a:t>&gt; Click one of the biggest skills.</a:t>
            </a:r>
          </a:p>
          <a:p/>
          <a:p>
            <a:r>
              <a:t>"So let's take that one."</a:t>
            </a:r>
          </a:p>
          <a:p/>
          <a:p>
            <a:r>
              <a:t>&gt; Difficulty screen. Choose EASY - three minutes, so you can finish all ten.</a:t>
            </a:r>
          </a:p>
          <a:p>
            <a:r>
              <a:t>&gt; The score is only saved when the quiz is submitted, and that happens on the</a:t>
            </a:r>
          </a:p>
          <a:p>
            <a:r>
              <a:t>&gt; tenth answer or when the clock runs out. Stopping early means an empty game</a:t>
            </a:r>
          </a:p>
          <a:p>
            <a:r>
              <a:t>&gt; history on the profile.</a:t>
            </a:r>
          </a:p>
          <a:p/>
          <a:p>
            <a:r>
              <a:t>"Three difficulties, three timers. I'll take easy - three minutes."</a:t>
            </a:r>
          </a:p>
          <a:p/>
          <a:p>
            <a:r>
              <a:t>&gt; Answer one question correctly.</a:t>
            </a:r>
          </a:p>
          <a:p/>
          <a:p>
            <a:r>
              <a:t>"It tells me straight away whether I got it. It can do that safely because my</a:t>
            </a:r>
          </a:p>
          <a:p>
            <a:r>
              <a:t>answer is already locked in on the server before I'm told - so knowing it now</a:t>
            </a:r>
          </a:p>
          <a:p>
            <a:r>
              <a:t>can't change what I picked."</a:t>
            </a:r>
          </a:p>
          <a:p/>
          <a:p>
            <a:r>
              <a:t>&gt; Answer the next one wrong, on purpose.</a:t>
            </a:r>
          </a:p>
          <a:p/>
          <a:p>
            <a:r>
              <a:t>"And there's the other case. It shows me the right answer, and the clock pauses</a:t>
            </a:r>
          </a:p>
          <a:p>
            <a:r>
              <a:t>while I'm reading it."</a:t>
            </a:r>
          </a:p>
          <a:p/>
          <a:p>
            <a:r>
              <a:t>&gt; Now click through questions 3 to 10 without narrating each one. About</a:t>
            </a:r>
          </a:p>
          <a:p>
            <a:r>
              <a:t>&gt; sixty seconds if you don't read them aloud.</a:t>
            </a:r>
          </a:p>
          <a:p/>
          <a:p>
            <a:r>
              <a:t>"I'll speed through the rest of these."</a:t>
            </a:r>
          </a:p>
          <a:p/>
          <a:p>
            <a:r>
              <a:t>&gt; The Submit button is replaced by a return button. Click it.</a:t>
            </a:r>
          </a:p>
          <a:p/>
          <a:p>
            <a:r>
              <a:t>"That's graded and saved. This is my profile - the search I ran is under recent</a:t>
            </a:r>
          </a:p>
          <a:p>
            <a:r>
              <a:t>word clouds, and the quiz I just played is under game history, score and all.</a:t>
            </a:r>
          </a:p>
          <a:p>
            <a:r>
              <a:t>We didn't refresh anything, and none of this is hard-coded. That's the database</a:t>
            </a:r>
          </a:p>
          <a:p>
            <a:r>
              <a:t>answering."</a:t>
            </a:r>
          </a:p>
          <a:p/>
          <a:p>
            <a:r>
              <a:t>&gt; Click Search Again on the saved cloud.</a:t>
            </a:r>
          </a:p>
          <a:p/>
          <a:p>
            <a:r>
              <a:t>"And any saved search re-runs in one click."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[11:22 - 12:22]   SPEAKER 4   -   LIVE DEMO, PART 3. This is the 9-point item.</a:t>
            </a:r>
          </a:p>
          <a:p>
            <a:r>
              <a:t>Switch to the DB Browser window already open on the second desktop. Do not open</a:t>
            </a:r>
          </a:p>
          <a:p>
            <a:r>
              <a:t>a terminal - that reads as code.</a:t>
            </a:r>
          </a:p>
          <a:p/>
          <a:p>
            <a:r>
              <a:t>&gt; Show the table list in the sidebar.</a:t>
            </a:r>
          </a:p>
          <a:p/>
          <a:p>
            <a:r>
              <a:t>"Last thing - proof this is really sitting in a database. There are our fourteen</a:t>
            </a:r>
          </a:p>
          <a:p>
            <a:r>
              <a:t>tables, the same fourteen from the ERD. That diagram isn't what we planned; it's</a:t>
            </a:r>
          </a:p>
          <a:p>
            <a:r>
              <a:t>what's in the file."</a:t>
            </a:r>
          </a:p>
          <a:p/>
          <a:p>
            <a:r>
              <a:t>&gt; DB Browser lists fifteen. The extra one is sqlite_stat1, which SQLite makes</a:t>
            </a:r>
          </a:p>
          <a:p>
            <a:r>
              <a:t>&gt; for its own query statistics. Say "our fourteen tables", not "fourteen</a:t>
            </a:r>
          </a:p>
          <a:p>
            <a:r>
              <a:t>&gt; tables", so the count on screen doesn't catch you out.</a:t>
            </a:r>
          </a:p>
          <a:p/>
          <a:p>
            <a:r>
              <a:t>&gt; Browse Data, searches table, scroll to the last row.</a:t>
            </a:r>
          </a:p>
          <a:p/>
          <a:p>
            <a:r>
              <a:t>"The bottom row is the search from ninety seconds ago - role, salary, shape,</a:t>
            </a:r>
          </a:p>
          <a:p>
            <a:r>
              <a:t>timestamp, and a user_id pointing at the account we made on camera."</a:t>
            </a:r>
          </a:p>
          <a:p/>
          <a:p>
            <a:r>
              <a:t>&gt; Switch to game_attempts.</a:t>
            </a:r>
          </a:p>
          <a:p/>
          <a:p>
            <a:r>
              <a:t>"Same for the quiz. Skill, difficulty, score, seconds taken."</a:t>
            </a:r>
          </a:p>
          <a:p/>
          <a:p>
            <a:r>
              <a:t>&gt; Switch to users. Point at the password_hash column.</a:t>
            </a:r>
          </a:p>
          <a:p/>
          <a:p>
            <a:r>
              <a:t>"And this is the users table. That's a bcrypt hash. We couldn't tell you that</a:t>
            </a:r>
          </a:p>
          <a:p>
            <a:r>
              <a:t>password if we wanted to - we never stored it."</a:t>
            </a:r>
          </a:p>
          <a:p/>
          <a:p>
            <a:r>
              <a:t>&gt; Stop sharing, back to the deck.</a:t>
            </a:r>
          </a:p>
          <a:p/>
          <a:p>
            <a:r>
              <a:t>"Everything you just saw came out of that one file."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[11:20 - 12:10]   SPEAKER 1</a:t>
            </a:r>
          </a:p>
          <a:p/>
          <a:p>
            <a:r>
              <a:t>The honest accounting.</a:t>
            </a:r>
          </a:p>
          <a:p/>
          <a:p>
            <a:r>
              <a:t>On the left, what worked. Everything you just saw, plus a question bank that beat</a:t>
            </a:r>
          </a:p>
          <a:p>
            <a:r>
              <a:t>its own target - we aimed for ten per skill per difficulty and shipped fifteen,</a:t>
            </a:r>
          </a:p>
          <a:p>
            <a:r>
              <a:t>so 1,260 questions. And 237 tests on every pull request.</a:t>
            </a:r>
          </a:p>
          <a:p/>
          <a:p>
            <a:r>
              <a:t>On the right, what changed. The top two are the same story: the external API</a:t>
            </a:r>
          </a:p>
          <a:p>
            <a:r>
              <a:t>limited what we could reliably fetch, so typing any role became four supported</a:t>
            </a:r>
          </a:p>
          <a:p>
            <a:r>
              <a:t>roles, and location became a menu of places that actually have postings behind</a:t>
            </a:r>
          </a:p>
          <a:p>
            <a:r>
              <a:t>them. Both were us refusing to offer a search that comes back empty.</a:t>
            </a:r>
          </a:p>
          <a:p/>
          <a:p>
            <a:r>
              <a:t>The rest is choosing depth over breadth - and one place where our documentation</a:t>
            </a:r>
          </a:p>
          <a:p>
            <a:r>
              <a:t>got ahead of the app, which is on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[12:30 - 13:00]   SPEAKER 1   -   close</a:t>
            </a:r>
          </a:p>
          <a:p/>
          <a:p>
            <a:r>
              <a:t>Three things next. Ship the roadmap screen - the API is already there. Widen the</a:t>
            </a:r>
          </a:p>
          <a:p>
            <a:r>
              <a:t>ingest; the pipeline isn't the limit, the skill vocabulary is. And the one we</a:t>
            </a:r>
          </a:p>
          <a:p>
            <a:r>
              <a:t>actually want: close the loop, so the skills you keep getting wrong become the</a:t>
            </a:r>
          </a:p>
          <a:p>
            <a:r>
              <a:t>ones your cloud puts in front of you.</a:t>
            </a:r>
          </a:p>
          <a:p/>
          <a:p>
            <a:r>
              <a:t>Right now the two halves of the app share a database. They should share a memory.</a:t>
            </a:r>
          </a:p>
          <a:p/>
          <a:p>
            <a:r>
              <a:t>That's JobHopper. Thank you.</a:t>
            </a:r>
          </a:p>
          <a:p/>
          <a:p>
            <a:r>
              <a:t>--- END. Target 13:00. Hard ceiling 15:00.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1B2430"/>
                </a:solidFill>
                <a:latin typeface="Calibri"/>
              </a:rPr>
              <a:t>JobHopper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E6B7C"/>
                </a:solidFill>
                <a:latin typeface="Calibri"/>
              </a:rPr>
              <a:t>Turning a pile of job postings into a picture of what to learn — and a way to practise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" y="3657600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9867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6460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Final project presentation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 full-stack web application: HTML, Bootstrap and Sass on the front end; FastAPI, SQLAlchemy and SQLite behind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APPLICATION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The information is public. Reading it is the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90548"/>
            <a:ext cx="5282031" cy="883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Somebody trying to move up in tech opens a job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board and finds forty postings for the same title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each one a different wall of requirements.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76905"/>
            <a:ext cx="5282031" cy="1177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The useful signal is which tools keep coming up. That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signal is real, it is public, and it is completely buried.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Reading forty postings by hand is the thing nobody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actually does, so people guess at what to learn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590548"/>
            <a:ext cx="5282031" cy="21925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1295" y="1590548"/>
            <a:ext cx="50292" cy="219252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9331" y="1755648"/>
            <a:ext cx="4829403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What we set out to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9331" y="2151634"/>
            <a:ext cx="4829403" cy="1440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JobHopper's goal is to analyze job postings for a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role, identify the most in-demand skills in the job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for that role, and present those findings to the user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through a word cloud visual. Additionally, JobHopper aims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to help people build those skills through interactive Q&amp;A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58817"/>
            <a:ext cx="10874959" cy="624586"/>
          </a:xfrm>
          <a:prstGeom prst="roundRect">
            <a:avLst>
              <a:gd name="adj" fmla="val 14000"/>
            </a:avLst>
          </a:prstGeom>
          <a:solidFill>
            <a:srgbClr val="1B24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423917"/>
            <a:ext cx="1025316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And every skill in that picture is clickable - click it and you are in a timed quiz on that exact skill.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Accounts, and building the word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33700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User registration and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2602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users to register an account using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username and password input, with the option to include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and email.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validate that the user's credentials are correct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before allowing them to sign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most recent game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keyword and score after the user logs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three most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job title searches after the user logs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337007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Word cloud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input job search parameters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including job title, location, and minimum salary.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select word 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configurations such as shape and number of words.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generate a word cloud where the size of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word is based on the frequency of tool and skill keywords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extracted from online job postings.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Scraping the postings, and the Q&amp;A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10874959" cy="14178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417828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Job scraping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1042233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calculate the frequency of tool and skill keywords extracted from online job postings.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an error in the event that there is not enough job information for the word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27832"/>
            <a:ext cx="10874959" cy="27193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27832"/>
            <a:ext cx="50292" cy="2719324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" y="3392932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Q&amp;A game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" y="3804412"/>
            <a:ext cx="1042233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click on any word in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redirect the user to the respective Q&amp;A game dashboard after the user clicks on a word from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select Q&amp;A game questions that are related to the skill or tool keyword and the difficulty that the user selected.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keep a timer for the user's quiz completion based on the selected difficulty.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the score to the user.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F70"/>
                </a:solidFill>
                <a:latin typeface="Calibri"/>
              </a:rPr>
              <a:t>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well it has to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Not features - but the app is wrong without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Word cloud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16632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generate and display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skill word cloud within 10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user submitting valid search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2830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Game responsiveness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830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redirect the user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Q&amp;A game within 10 seconds, 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calculate their score within 7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finishing.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1220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1955546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9256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Input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256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validate and sanitize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all user input to prevent injection.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query goes through the ORM,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parameterised - never built by string.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763264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Credential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" y="4324350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Passwords are bcrypt-hashed,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stored or returned. Tokens expire in 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hours, and a failed login gives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generic message either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4794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4794" y="3763264"/>
            <a:ext cx="50292" cy="158826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2830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Score integrity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2830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server decides every score,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browser, and a finished quiz cannot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 replayed.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1220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1220" y="3763264"/>
            <a:ext cx="50292" cy="158826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9256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Reliability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256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237 automated tests - 209 backend, 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front end - and nothing merges until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both suites pass.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6" y="146304"/>
            <a:ext cx="10882362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WHY THIS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Chosen for a four-person team on a semester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851659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Python + 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Python is the strongest shared language on this team. 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gave us request and response validation for free and generated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live API docs - so the front end could build against a 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contract instead of waiting for the backend to finish.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1851659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SQLite + SQLAlchemy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SQLite is a single file: no database server to install, so four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laptops and the CI runner all run an identical database with zero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setup. SQLAlchemy keeps every query parameterised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injection-safe by construction - and moving to PostgreSQL later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one connection string.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61663"/>
            <a:ext cx="50292" cy="1851659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Figma, Bootstrap and Sass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" y="4238243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Figma let us agree on every screen before anyone implemented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it, and kept us coordinated once we started. Bootstrap's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components sped up the build and gave us a responsive grid 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day one. Sass let us generate custom CSS quickly, from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shared palette across eleven pages.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661663"/>
            <a:ext cx="50292" cy="1851659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1043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GitHub Actions + pytest + Jest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043" y="4238243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cheapest way to stop four people breaking each other's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work. Both suites run on every pull request, so a regression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caught by the robot rather than by whoever pulls next.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355889"/>
            <a:ext cx="11899087" cy="61462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921" y="146304"/>
            <a:ext cx="10055853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JobHopper has two roles — and we'll show you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What the app lets you do depends entirely on whether the request carries a valid token.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240944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Visitor · not signed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 browse the home page, the game rules, the stack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and the creators page — and can register an account.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Cannot generate a word cloud, and has no profile, no saved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no game history. The page sends them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sign-in — and the API refuses the request as well, so the rule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holds even if you skip the page.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240944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Registered user · signed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Everything above, plus: generate word clouds, play quizzes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with the result saved, and a profile page showing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recent scores — each one re-runnable in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click.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Identity comes from a signed token, checked on the server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for every single request.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02734"/>
            <a:ext cx="10874959" cy="14488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602734"/>
            <a:ext cx="50292" cy="1448816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" y="4767834"/>
            <a:ext cx="1042233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Why there is no admin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" y="5163820"/>
            <a:ext cx="10422331" cy="697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Nothing in JobHopper is administered through a screen. Postings arrive through the ingest pipeline and the question bank is loaded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from a fixture, so there was never a task an admin would log in to do. Adding an admin login would have been a role with nothing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behind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B6472"/>
                </a:solidFill>
                <a:latin typeface="Calibri"/>
              </a:rPr>
              <a:t>LIVE DEMO  ·  PART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1 — the visitor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Browse the public pages — home, rules, stack, creators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Try to reach a word cloud without signing in → bounced to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Register a brand-new account live — the form builds your first cloud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5C99"/>
                </a:solidFill>
                <a:latin typeface="Calibri"/>
              </a:rPr>
              <a:t>LIVE DEMO  ·  PART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2 — the registered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Read the cloud we just generated — then build another from the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Click a skill → pick a difficulty → play the timed quiz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Watch the live score move as each answer locks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profile: the search and the score are both already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A4F70"/>
                </a:solidFill>
                <a:latin typeface="Calibri"/>
              </a:rPr>
              <a:t>LIVE DEMO  ·  PART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It really is a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database file and list the tables — the same fourteen from the ERD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rows we just created: the search and the game attempt, carrying our user_id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a stored password — a bcrypt hash, not the password we typed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word-cloud counts matching the picture we just drew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much was achieved, and what was altered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We planned more than we shipped. Here is the honest accounting.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38348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383489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63114"/>
            <a:ext cx="4847691" cy="2602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can register, sign in, and stay signed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app parses job postings and generates a word cloud from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user's own search parameters.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Q&amp;A game runs on a timer with live scoring, and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result is saved to the account.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question bank beat its target: 15 per skill per difficulty,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which is 1,260 questions across 28 skills.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237 automated tests, run on every pull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38348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3834892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Altered or 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63114"/>
            <a:ext cx="4847691" cy="303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were originally going to type in any role. External 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limitations reduced that to 4 supported roles.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Location became a dynamic menu, listing only places that have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enough postings to build a cloud from.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Maximum salary was removed rather than shipped as a filter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that quietly did nothing.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prep roadmap has a finished, tested API but no screen - we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chose to finish the quiz instead.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Named ranks are on the rules page, but scoring currently ends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at a normalised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77724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WHERE WE'D TAKE IT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143000"/>
            <a:ext cx="325008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143000"/>
            <a:ext cx="50292" cy="1572768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1036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Ship the roadmap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1036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API is already built and tested.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shortest distance between where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we are and a noticeably more useful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0826" y="1143000"/>
            <a:ext cx="325008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0826" y="1143000"/>
            <a:ext cx="50292" cy="157276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8862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Widen the 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8862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Four roles was enough to prove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idea. The pipeline isn't the limit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vocabulary of skills we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against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8652" y="1143000"/>
            <a:ext cx="325008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8652" y="1143000"/>
            <a:ext cx="50292" cy="1572768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6688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Close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6688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Feed quiz results back into the cloud,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so the skills you keep getting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become the ones it puts in front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you.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27248"/>
            <a:ext cx="102257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13632"/>
            <a:ext cx="9677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E6B7C"/>
                </a:solidFill>
                <a:latin typeface="Calibri"/>
              </a:rPr>
              <a:t>JobHopper reads what the market is asking for, and gives you somewhere to start.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4517136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18888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20640"/>
            <a:ext cx="10225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